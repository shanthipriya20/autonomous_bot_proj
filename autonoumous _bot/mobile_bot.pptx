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9144000"/>
  <p:notesSz cx="6858000" cy="9144000"/>
  <p:embeddedFontLst>
    <p:embeddedFont>
      <p:font typeface="Lustria"/>
      <p:regular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juiAMsv88OcWgVFar/jmVMNVAq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FFCFB6-6CD3-4671-B584-38B689BE339B}">
  <a:tblStyle styleId="{3BFFCFB6-6CD3-4671-B584-38B689BE339B}" styleName="Table_0">
    <a:wholeTbl>
      <a:tcTxStyle b="off" i="off">
        <a:font>
          <a:latin typeface="Calisto MT"/>
          <a:ea typeface="Calisto MT"/>
          <a:cs typeface="Calisto MT"/>
        </a:font>
        <a:schemeClr val="lt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customschemas.google.com/relationships/presentationmetadata" Target="metadata"/><Relationship Id="rId16" Type="http://schemas.openxmlformats.org/officeDocument/2006/relationships/font" Target="fonts/Lustri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1"/>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1"/>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1"/>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2"/>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 type="body"/>
          </p:nvPr>
        </p:nvSpPr>
        <p:spPr>
          <a:xfrm>
            <a:off x="685346" y="1732450"/>
            <a:ext cx="776532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22" name="Google Shape;22;p12"/>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2"/>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2"/>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13"/>
          <p:cNvSpPr txBox="1"/>
          <p:nvPr>
            <p:ph type="ctrTitle"/>
          </p:nvPr>
        </p:nvSpPr>
        <p:spPr>
          <a:xfrm>
            <a:off x="1028020" y="1769541"/>
            <a:ext cx="7080026"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5400"/>
              <a:buFont typeface="Lustria"/>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
          <p:cNvSpPr txBox="1"/>
          <p:nvPr>
            <p:ph idx="1" type="subTitle"/>
          </p:nvPr>
        </p:nvSpPr>
        <p:spPr>
          <a:xfrm>
            <a:off x="1028020" y="3598339"/>
            <a:ext cx="7080026"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spcBef>
                <a:spcPts val="400"/>
              </a:spcBef>
              <a:spcAft>
                <a:spcPts val="0"/>
              </a:spcAft>
              <a:buSzPts val="1400"/>
              <a:buNone/>
              <a:defRPr>
                <a:solidFill>
                  <a:schemeClr val="lt1"/>
                </a:solidFill>
              </a:defRPr>
            </a:lvl1pPr>
            <a:lvl2pPr lvl="1" algn="ctr">
              <a:spcBef>
                <a:spcPts val="600"/>
              </a:spcBef>
              <a:spcAft>
                <a:spcPts val="0"/>
              </a:spcAft>
              <a:buSzPts val="1260"/>
              <a:buNone/>
              <a:defRPr>
                <a:solidFill>
                  <a:schemeClr val="lt1"/>
                </a:solidFill>
              </a:defRPr>
            </a:lvl2pPr>
            <a:lvl3pPr lvl="2" algn="ctr">
              <a:spcBef>
                <a:spcPts val="600"/>
              </a:spcBef>
              <a:spcAft>
                <a:spcPts val="0"/>
              </a:spcAft>
              <a:buSzPts val="1120"/>
              <a:buNone/>
              <a:defRPr>
                <a:solidFill>
                  <a:schemeClr val="lt1"/>
                </a:solidFill>
              </a:defRPr>
            </a:lvl3pPr>
            <a:lvl4pPr lvl="3" algn="ctr">
              <a:spcBef>
                <a:spcPts val="600"/>
              </a:spcBef>
              <a:spcAft>
                <a:spcPts val="0"/>
              </a:spcAft>
              <a:buSzPts val="980"/>
              <a:buNone/>
              <a:defRPr>
                <a:solidFill>
                  <a:schemeClr val="lt1"/>
                </a:solidFill>
              </a:defRPr>
            </a:lvl4pPr>
            <a:lvl5pPr lvl="4" algn="ctr">
              <a:spcBef>
                <a:spcPts val="600"/>
              </a:spcBef>
              <a:spcAft>
                <a:spcPts val="0"/>
              </a:spcAft>
              <a:buSzPts val="98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28" name="Google Shape;28;p13"/>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3"/>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3"/>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4"/>
          <p:cNvSpPr txBox="1"/>
          <p:nvPr>
            <p:ph type="title"/>
          </p:nvPr>
        </p:nvSpPr>
        <p:spPr>
          <a:xfrm>
            <a:off x="971551" y="1761068"/>
            <a:ext cx="7192913"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4000"/>
              <a:buFont typeface="Lustria"/>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4"/>
          <p:cNvSpPr txBox="1"/>
          <p:nvPr>
            <p:ph idx="1" type="body"/>
          </p:nvPr>
        </p:nvSpPr>
        <p:spPr>
          <a:xfrm>
            <a:off x="971551" y="3589879"/>
            <a:ext cx="7192913" cy="150705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400"/>
              </a:spcBef>
              <a:spcAft>
                <a:spcPts val="0"/>
              </a:spcAft>
              <a:buSzPts val="1400"/>
              <a:buNone/>
              <a:defRPr sz="2000">
                <a:solidFill>
                  <a:schemeClr val="lt1"/>
                </a:solidFill>
              </a:defRPr>
            </a:lvl1pPr>
            <a:lvl2pPr indent="-228600" lvl="1" marL="914400" algn="l">
              <a:spcBef>
                <a:spcPts val="600"/>
              </a:spcBef>
              <a:spcAft>
                <a:spcPts val="0"/>
              </a:spcAft>
              <a:buSzPts val="1260"/>
              <a:buNone/>
              <a:defRPr sz="1800">
                <a:solidFill>
                  <a:schemeClr val="lt1"/>
                </a:solidFill>
              </a:defRPr>
            </a:lvl2pPr>
            <a:lvl3pPr indent="-228600" lvl="2" marL="1371600" algn="l">
              <a:spcBef>
                <a:spcPts val="600"/>
              </a:spcBef>
              <a:spcAft>
                <a:spcPts val="0"/>
              </a:spcAft>
              <a:buSzPts val="1120"/>
              <a:buNone/>
              <a:defRPr sz="1600">
                <a:solidFill>
                  <a:schemeClr val="lt1"/>
                </a:solidFill>
              </a:defRPr>
            </a:lvl3pPr>
            <a:lvl4pPr indent="-228600" lvl="3" marL="1828800" algn="l">
              <a:spcBef>
                <a:spcPts val="600"/>
              </a:spcBef>
              <a:spcAft>
                <a:spcPts val="0"/>
              </a:spcAft>
              <a:buSzPts val="980"/>
              <a:buNone/>
              <a:defRPr sz="1400">
                <a:solidFill>
                  <a:schemeClr val="lt1"/>
                </a:solidFill>
              </a:defRPr>
            </a:lvl4pPr>
            <a:lvl5pPr indent="-228600" lvl="4" marL="2286000" algn="l">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34" name="Google Shape;34;p14"/>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5"/>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 type="body"/>
          </p:nvPr>
        </p:nvSpPr>
        <p:spPr>
          <a:xfrm>
            <a:off x="685347" y="1732449"/>
            <a:ext cx="3795373" cy="40587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40" name="Google Shape;40;p15"/>
          <p:cNvSpPr txBox="1"/>
          <p:nvPr>
            <p:ph idx="2" type="body"/>
          </p:nvPr>
        </p:nvSpPr>
        <p:spPr>
          <a:xfrm>
            <a:off x="4652169" y="1732450"/>
            <a:ext cx="3798499"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41" name="Google Shape;41;p15"/>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5"/>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pic>
        <p:nvPicPr>
          <p:cNvPr descr="Slate-V2-SD-compPhotoInset.png" id="45" name="Google Shape;45;p16"/>
          <p:cNvPicPr preferRelativeResize="0"/>
          <p:nvPr/>
        </p:nvPicPr>
        <p:blipFill rotWithShape="1">
          <a:blip r:embed="rId2">
            <a:alphaModFix/>
          </a:blip>
          <a:srcRect b="0" l="0" r="0" t="0"/>
          <a:stretch/>
        </p:blipFill>
        <p:spPr>
          <a:xfrm>
            <a:off x="685345" y="1770323"/>
            <a:ext cx="3787423" cy="4112953"/>
          </a:xfrm>
          <a:prstGeom prst="rect">
            <a:avLst/>
          </a:prstGeom>
          <a:noFill/>
          <a:ln>
            <a:noFill/>
          </a:ln>
        </p:spPr>
      </p:pic>
      <p:pic>
        <p:nvPicPr>
          <p:cNvPr descr="Slate-V2-SD-compPhotoInset.png" id="46" name="Google Shape;46;p16"/>
          <p:cNvPicPr preferRelativeResize="0"/>
          <p:nvPr/>
        </p:nvPicPr>
        <p:blipFill rotWithShape="1">
          <a:blip r:embed="rId2">
            <a:alphaModFix/>
          </a:blip>
          <a:srcRect b="0" l="0" r="0" t="0"/>
          <a:stretch/>
        </p:blipFill>
        <p:spPr>
          <a:xfrm>
            <a:off x="4663245" y="1770323"/>
            <a:ext cx="3787423" cy="4112953"/>
          </a:xfrm>
          <a:prstGeom prst="rect">
            <a:avLst/>
          </a:prstGeom>
          <a:noFill/>
          <a:ln>
            <a:noFill/>
          </a:ln>
        </p:spPr>
      </p:pic>
      <p:sp>
        <p:nvSpPr>
          <p:cNvPr id="47" name="Google Shape;47;p16"/>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 type="body"/>
          </p:nvPr>
        </p:nvSpPr>
        <p:spPr>
          <a:xfrm>
            <a:off x="754404" y="1835254"/>
            <a:ext cx="3657258" cy="54488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9" name="Google Shape;49;p16"/>
          <p:cNvSpPr txBox="1"/>
          <p:nvPr>
            <p:ph idx="2" type="body"/>
          </p:nvPr>
        </p:nvSpPr>
        <p:spPr>
          <a:xfrm>
            <a:off x="754404" y="2380138"/>
            <a:ext cx="3657258"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50" name="Google Shape;50;p16"/>
          <p:cNvSpPr txBox="1"/>
          <p:nvPr>
            <p:ph idx="3" type="body"/>
          </p:nvPr>
        </p:nvSpPr>
        <p:spPr>
          <a:xfrm>
            <a:off x="4721225" y="1835255"/>
            <a:ext cx="3671498" cy="5448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51" name="Google Shape;51;p16"/>
          <p:cNvSpPr txBox="1"/>
          <p:nvPr>
            <p:ph idx="4" type="body"/>
          </p:nvPr>
        </p:nvSpPr>
        <p:spPr>
          <a:xfrm>
            <a:off x="4721225" y="2380138"/>
            <a:ext cx="3671498"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52" name="Google Shape;52;p16"/>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6"/>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7"/>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7"/>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7"/>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8"/>
          <p:cNvSpPr txBox="1"/>
          <p:nvPr>
            <p:ph type="title"/>
          </p:nvPr>
        </p:nvSpPr>
        <p:spPr>
          <a:xfrm>
            <a:off x="685347" y="609600"/>
            <a:ext cx="2780167"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400"/>
              <a:buFont typeface="Lustria"/>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8"/>
          <p:cNvSpPr txBox="1"/>
          <p:nvPr>
            <p:ph idx="1" type="body"/>
          </p:nvPr>
        </p:nvSpPr>
        <p:spPr>
          <a:xfrm>
            <a:off x="3641725" y="609600"/>
            <a:ext cx="4808943" cy="51816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3" name="Google Shape;63;p18"/>
          <p:cNvSpPr txBox="1"/>
          <p:nvPr>
            <p:ph idx="2" type="body"/>
          </p:nvPr>
        </p:nvSpPr>
        <p:spPr>
          <a:xfrm>
            <a:off x="685347" y="2431518"/>
            <a:ext cx="2780167" cy="335968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4" name="Google Shape;64;p18"/>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8"/>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pic>
        <p:nvPicPr>
          <p:cNvPr descr="Slate-V2-SD-vertPhotoInset.png" id="68" name="Google Shape;68;p19"/>
          <p:cNvPicPr preferRelativeResize="0"/>
          <p:nvPr/>
        </p:nvPicPr>
        <p:blipFill rotWithShape="1">
          <a:blip r:embed="rId2">
            <a:alphaModFix/>
          </a:blip>
          <a:srcRect b="0" l="0" r="0" t="0"/>
          <a:stretch/>
        </p:blipFill>
        <p:spPr>
          <a:xfrm>
            <a:off x="4844987" y="609923"/>
            <a:ext cx="3428146" cy="5205472"/>
          </a:xfrm>
          <a:prstGeom prst="rect">
            <a:avLst/>
          </a:prstGeom>
          <a:noFill/>
          <a:ln>
            <a:noFill/>
          </a:ln>
        </p:spPr>
      </p:pic>
      <p:sp>
        <p:nvSpPr>
          <p:cNvPr id="69" name="Google Shape;69;p19"/>
          <p:cNvSpPr txBox="1"/>
          <p:nvPr>
            <p:ph type="title"/>
          </p:nvPr>
        </p:nvSpPr>
        <p:spPr>
          <a:xfrm>
            <a:off x="685347" y="609923"/>
            <a:ext cx="3924676" cy="182933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spcBef>
                <a:spcPts val="0"/>
              </a:spcBef>
              <a:spcAft>
                <a:spcPts val="0"/>
              </a:spcAft>
              <a:buClr>
                <a:schemeClr val="lt2"/>
              </a:buClr>
              <a:buSzPts val="3200"/>
              <a:buFont typeface="Lustria"/>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9"/>
          <p:cNvSpPr/>
          <p:nvPr>
            <p:ph idx="2" type="pic"/>
          </p:nvPr>
        </p:nvSpPr>
        <p:spPr>
          <a:xfrm>
            <a:off x="4976728" y="743989"/>
            <a:ext cx="3165375" cy="4912822"/>
          </a:xfrm>
          <a:prstGeom prst="rect">
            <a:avLst/>
          </a:prstGeom>
          <a:noFill/>
          <a:ln>
            <a:noFill/>
          </a:ln>
          <a:effectLst>
            <a:outerShdw blurRad="38100" dir="4440000" dist="25400">
              <a:srgbClr val="000000">
                <a:alpha val="35686"/>
              </a:srgbClr>
            </a:outerShdw>
          </a:effectLst>
        </p:spPr>
      </p:sp>
      <p:sp>
        <p:nvSpPr>
          <p:cNvPr id="71" name="Google Shape;71;p19"/>
          <p:cNvSpPr txBox="1"/>
          <p:nvPr>
            <p:ph idx="1" type="body"/>
          </p:nvPr>
        </p:nvSpPr>
        <p:spPr>
          <a:xfrm>
            <a:off x="685347" y="2439261"/>
            <a:ext cx="3924676" cy="337613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72" name="Google Shape;72;p19"/>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9"/>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5" name="Shape 75"/>
        <p:cNvGrpSpPr/>
        <p:nvPr/>
      </p:nvGrpSpPr>
      <p:grpSpPr>
        <a:xfrm>
          <a:off x="0" y="0"/>
          <a:ext cx="0" cy="0"/>
          <a:chOff x="0" y="0"/>
          <a:chExt cx="0" cy="0"/>
        </a:xfrm>
      </p:grpSpPr>
      <p:pic>
        <p:nvPicPr>
          <p:cNvPr descr="Slate-V2-SD-panoPhotoInset.png" id="76" name="Google Shape;76;p20"/>
          <p:cNvPicPr preferRelativeResize="0"/>
          <p:nvPr/>
        </p:nvPicPr>
        <p:blipFill rotWithShape="1">
          <a:blip r:embed="rId2">
            <a:alphaModFix/>
          </a:blip>
          <a:srcRect b="0" l="0" r="0" t="0"/>
          <a:stretch/>
        </p:blipFill>
        <p:spPr>
          <a:xfrm>
            <a:off x="743995" y="540085"/>
            <a:ext cx="7656010" cy="3834374"/>
          </a:xfrm>
          <a:prstGeom prst="rect">
            <a:avLst/>
          </a:prstGeom>
          <a:noFill/>
          <a:ln>
            <a:noFill/>
          </a:ln>
        </p:spPr>
      </p:pic>
      <p:sp>
        <p:nvSpPr>
          <p:cNvPr id="77" name="Google Shape;77;p20"/>
          <p:cNvSpPr txBox="1"/>
          <p:nvPr>
            <p:ph type="title"/>
          </p:nvPr>
        </p:nvSpPr>
        <p:spPr>
          <a:xfrm>
            <a:off x="685354" y="4565255"/>
            <a:ext cx="7766495"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800"/>
              <a:buFont typeface="Lustria"/>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p:nvPr>
            <p:ph idx="2" type="pic"/>
          </p:nvPr>
        </p:nvSpPr>
        <p:spPr>
          <a:xfrm>
            <a:off x="926217" y="695010"/>
            <a:ext cx="7285600" cy="3525671"/>
          </a:xfrm>
          <a:prstGeom prst="rect">
            <a:avLst/>
          </a:prstGeom>
          <a:noFill/>
          <a:ln>
            <a:noFill/>
          </a:ln>
          <a:effectLst>
            <a:outerShdw blurRad="38100" dir="4440000" dist="25400">
              <a:srgbClr val="000000">
                <a:alpha val="35686"/>
              </a:srgbClr>
            </a:outerShdw>
          </a:effectLst>
        </p:spPr>
      </p:sp>
      <p:sp>
        <p:nvSpPr>
          <p:cNvPr id="79" name="Google Shape;79;p20"/>
          <p:cNvSpPr txBox="1"/>
          <p:nvPr>
            <p:ph idx="1" type="body"/>
          </p:nvPr>
        </p:nvSpPr>
        <p:spPr>
          <a:xfrm>
            <a:off x="685346" y="5108728"/>
            <a:ext cx="7765322" cy="682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0" name="Google Shape;80;p20"/>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0"/>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3" name="Shape 83"/>
        <p:cNvGrpSpPr/>
        <p:nvPr/>
      </p:nvGrpSpPr>
      <p:grpSpPr>
        <a:xfrm>
          <a:off x="0" y="0"/>
          <a:ext cx="0" cy="0"/>
          <a:chOff x="0" y="0"/>
          <a:chExt cx="0" cy="0"/>
        </a:xfrm>
      </p:grpSpPr>
      <p:sp>
        <p:nvSpPr>
          <p:cNvPr id="84" name="Google Shape;84;p21"/>
          <p:cNvSpPr txBox="1"/>
          <p:nvPr>
            <p:ph type="title"/>
          </p:nvPr>
        </p:nvSpPr>
        <p:spPr>
          <a:xfrm>
            <a:off x="685346" y="608437"/>
            <a:ext cx="776532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1"/>
          <p:cNvSpPr txBox="1"/>
          <p:nvPr>
            <p:ph idx="1" type="body"/>
          </p:nvPr>
        </p:nvSpPr>
        <p:spPr>
          <a:xfrm>
            <a:off x="685346" y="4295180"/>
            <a:ext cx="7765322"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6" name="Google Shape;86;p21"/>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1"/>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1"/>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9" name="Shape 89"/>
        <p:cNvGrpSpPr/>
        <p:nvPr/>
      </p:nvGrpSpPr>
      <p:grpSpPr>
        <a:xfrm>
          <a:off x="0" y="0"/>
          <a:ext cx="0" cy="0"/>
          <a:chOff x="0" y="0"/>
          <a:chExt cx="0" cy="0"/>
        </a:xfrm>
      </p:grpSpPr>
      <p:sp>
        <p:nvSpPr>
          <p:cNvPr id="90" name="Google Shape;90;p22"/>
          <p:cNvSpPr txBox="1"/>
          <p:nvPr>
            <p:ph type="title"/>
          </p:nvPr>
        </p:nvSpPr>
        <p:spPr>
          <a:xfrm>
            <a:off x="1084659" y="609600"/>
            <a:ext cx="6977064"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 type="body"/>
          </p:nvPr>
        </p:nvSpPr>
        <p:spPr>
          <a:xfrm>
            <a:off x="1290484" y="3610033"/>
            <a:ext cx="6564224"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2" name="Google Shape;92;p22"/>
          <p:cNvSpPr txBox="1"/>
          <p:nvPr>
            <p:ph idx="2" type="body"/>
          </p:nvPr>
        </p:nvSpPr>
        <p:spPr>
          <a:xfrm>
            <a:off x="685346" y="4304353"/>
            <a:ext cx="7765322"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3" name="Google Shape;93;p22"/>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2"/>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2"/>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22"/>
          <p:cNvSpPr txBox="1"/>
          <p:nvPr/>
        </p:nvSpPr>
        <p:spPr>
          <a:xfrm>
            <a:off x="627459" y="873912"/>
            <a:ext cx="4572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
        <p:nvSpPr>
          <p:cNvPr id="97" name="Google Shape;97;p22"/>
          <p:cNvSpPr txBox="1"/>
          <p:nvPr/>
        </p:nvSpPr>
        <p:spPr>
          <a:xfrm>
            <a:off x="7828359" y="2933245"/>
            <a:ext cx="4572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8" name="Shape 98"/>
        <p:cNvGrpSpPr/>
        <p:nvPr/>
      </p:nvGrpSpPr>
      <p:grpSpPr>
        <a:xfrm>
          <a:off x="0" y="0"/>
          <a:ext cx="0" cy="0"/>
          <a:chOff x="0" y="0"/>
          <a:chExt cx="0" cy="0"/>
        </a:xfrm>
      </p:grpSpPr>
      <p:sp>
        <p:nvSpPr>
          <p:cNvPr id="99" name="Google Shape;99;p23"/>
          <p:cNvSpPr txBox="1"/>
          <p:nvPr>
            <p:ph type="title"/>
          </p:nvPr>
        </p:nvSpPr>
        <p:spPr>
          <a:xfrm>
            <a:off x="685346" y="2126943"/>
            <a:ext cx="7765322"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3"/>
          <p:cNvSpPr txBox="1"/>
          <p:nvPr>
            <p:ph idx="1" type="body"/>
          </p:nvPr>
        </p:nvSpPr>
        <p:spPr>
          <a:xfrm>
            <a:off x="685339" y="4650556"/>
            <a:ext cx="776414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01" name="Google Shape;101;p23"/>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3"/>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3"/>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4" name="Shape 104"/>
        <p:cNvGrpSpPr/>
        <p:nvPr/>
      </p:nvGrpSpPr>
      <p:grpSpPr>
        <a:xfrm>
          <a:off x="0" y="0"/>
          <a:ext cx="0" cy="0"/>
          <a:chOff x="0" y="0"/>
          <a:chExt cx="0" cy="0"/>
        </a:xfrm>
      </p:grpSpPr>
      <p:sp>
        <p:nvSpPr>
          <p:cNvPr id="105" name="Google Shape;105;p24"/>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4"/>
          <p:cNvSpPr txBox="1"/>
          <p:nvPr>
            <p:ph idx="1" type="body"/>
          </p:nvPr>
        </p:nvSpPr>
        <p:spPr>
          <a:xfrm>
            <a:off x="685346" y="1885950"/>
            <a:ext cx="2475738"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7" name="Google Shape;107;p24"/>
          <p:cNvSpPr txBox="1"/>
          <p:nvPr>
            <p:ph idx="2" type="body"/>
          </p:nvPr>
        </p:nvSpPr>
        <p:spPr>
          <a:xfrm>
            <a:off x="685346" y="2571750"/>
            <a:ext cx="2475738"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8" name="Google Shape;108;p24"/>
          <p:cNvSpPr txBox="1"/>
          <p:nvPr>
            <p:ph idx="3" type="body"/>
          </p:nvPr>
        </p:nvSpPr>
        <p:spPr>
          <a:xfrm>
            <a:off x="3335033" y="1885950"/>
            <a:ext cx="2475738"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9" name="Google Shape;109;p24"/>
          <p:cNvSpPr txBox="1"/>
          <p:nvPr>
            <p:ph idx="4" type="body"/>
          </p:nvPr>
        </p:nvSpPr>
        <p:spPr>
          <a:xfrm>
            <a:off x="3331076" y="2571750"/>
            <a:ext cx="2475738"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0" name="Google Shape;110;p24"/>
          <p:cNvSpPr txBox="1"/>
          <p:nvPr>
            <p:ph idx="5" type="body"/>
          </p:nvPr>
        </p:nvSpPr>
        <p:spPr>
          <a:xfrm>
            <a:off x="5974929" y="1885950"/>
            <a:ext cx="2475738"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11" name="Google Shape;111;p24"/>
          <p:cNvSpPr txBox="1"/>
          <p:nvPr>
            <p:ph idx="6" type="body"/>
          </p:nvPr>
        </p:nvSpPr>
        <p:spPr>
          <a:xfrm>
            <a:off x="5974929" y="2571750"/>
            <a:ext cx="2475738"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2" name="Google Shape;112;p24"/>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4"/>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4"/>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pic>
        <p:nvPicPr>
          <p:cNvPr descr="Slate-V2-SD-3colPhotoInset.png" id="116" name="Google Shape;116;p25"/>
          <p:cNvPicPr preferRelativeResize="0"/>
          <p:nvPr/>
        </p:nvPicPr>
        <p:blipFill rotWithShape="1">
          <a:blip r:embed="rId2">
            <a:alphaModFix/>
          </a:blip>
          <a:srcRect b="0" l="0" r="0" t="0"/>
          <a:stretch/>
        </p:blipFill>
        <p:spPr>
          <a:xfrm>
            <a:off x="659239" y="1826045"/>
            <a:ext cx="2529046" cy="1833558"/>
          </a:xfrm>
          <a:prstGeom prst="rect">
            <a:avLst/>
          </a:prstGeom>
          <a:noFill/>
          <a:ln>
            <a:noFill/>
          </a:ln>
        </p:spPr>
      </p:pic>
      <p:pic>
        <p:nvPicPr>
          <p:cNvPr descr="Slate-V2-SD-3colPhotoInset.png" id="117" name="Google Shape;117;p25"/>
          <p:cNvPicPr preferRelativeResize="0"/>
          <p:nvPr/>
        </p:nvPicPr>
        <p:blipFill rotWithShape="1">
          <a:blip r:embed="rId2">
            <a:alphaModFix/>
          </a:blip>
          <a:srcRect b="0" l="0" r="0" t="0"/>
          <a:stretch/>
        </p:blipFill>
        <p:spPr>
          <a:xfrm>
            <a:off x="3293813" y="1826045"/>
            <a:ext cx="2529046" cy="1833558"/>
          </a:xfrm>
          <a:prstGeom prst="rect">
            <a:avLst/>
          </a:prstGeom>
          <a:noFill/>
          <a:ln>
            <a:noFill/>
          </a:ln>
        </p:spPr>
      </p:pic>
      <p:pic>
        <p:nvPicPr>
          <p:cNvPr descr="Slate-V2-SD-3colPhotoInset.png" id="118" name="Google Shape;118;p25"/>
          <p:cNvPicPr preferRelativeResize="0"/>
          <p:nvPr/>
        </p:nvPicPr>
        <p:blipFill rotWithShape="1">
          <a:blip r:embed="rId2">
            <a:alphaModFix/>
          </a:blip>
          <a:srcRect b="0" l="0" r="0" t="0"/>
          <a:stretch/>
        </p:blipFill>
        <p:spPr>
          <a:xfrm>
            <a:off x="5921715" y="1826045"/>
            <a:ext cx="2529046" cy="1833558"/>
          </a:xfrm>
          <a:prstGeom prst="rect">
            <a:avLst/>
          </a:prstGeom>
          <a:noFill/>
          <a:ln>
            <a:noFill/>
          </a:ln>
        </p:spPr>
      </p:pic>
      <p:sp>
        <p:nvSpPr>
          <p:cNvPr id="119" name="Google Shape;119;p25"/>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5"/>
          <p:cNvSpPr txBox="1"/>
          <p:nvPr>
            <p:ph idx="1" type="body"/>
          </p:nvPr>
        </p:nvSpPr>
        <p:spPr>
          <a:xfrm>
            <a:off x="685346" y="3904106"/>
            <a:ext cx="2475738"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1" name="Google Shape;121;p25"/>
          <p:cNvSpPr/>
          <p:nvPr>
            <p:ph idx="2" type="pic"/>
          </p:nvPr>
        </p:nvSpPr>
        <p:spPr>
          <a:xfrm>
            <a:off x="763577" y="1938918"/>
            <a:ext cx="2319276" cy="1602954"/>
          </a:xfrm>
          <a:prstGeom prst="roundRect">
            <a:avLst>
              <a:gd fmla="val 1858" name="adj"/>
            </a:avLst>
          </a:prstGeom>
          <a:noFill/>
          <a:ln>
            <a:noFill/>
          </a:ln>
          <a:effectLst>
            <a:outerShdw blurRad="38100" dir="4440000" dist="25400">
              <a:srgbClr val="000000">
                <a:alpha val="35686"/>
              </a:srgbClr>
            </a:outerShdw>
          </a:effectLst>
        </p:spPr>
      </p:sp>
      <p:sp>
        <p:nvSpPr>
          <p:cNvPr id="122" name="Google Shape;122;p25"/>
          <p:cNvSpPr txBox="1"/>
          <p:nvPr>
            <p:ph idx="3" type="body"/>
          </p:nvPr>
        </p:nvSpPr>
        <p:spPr>
          <a:xfrm>
            <a:off x="685346" y="4480369"/>
            <a:ext cx="2475738"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3" name="Google Shape;123;p25"/>
          <p:cNvSpPr txBox="1"/>
          <p:nvPr>
            <p:ph idx="4" type="body"/>
          </p:nvPr>
        </p:nvSpPr>
        <p:spPr>
          <a:xfrm>
            <a:off x="3332091" y="3904106"/>
            <a:ext cx="2475738"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4" name="Google Shape;124;p25"/>
          <p:cNvSpPr/>
          <p:nvPr>
            <p:ph idx="5" type="pic"/>
          </p:nvPr>
        </p:nvSpPr>
        <p:spPr>
          <a:xfrm>
            <a:off x="3409307" y="1939094"/>
            <a:ext cx="2319276" cy="1608164"/>
          </a:xfrm>
          <a:prstGeom prst="roundRect">
            <a:avLst>
              <a:gd fmla="val 1858" name="adj"/>
            </a:avLst>
          </a:prstGeom>
          <a:noFill/>
          <a:ln>
            <a:noFill/>
          </a:ln>
          <a:effectLst>
            <a:outerShdw blurRad="38100" dir="4440000" dist="25400">
              <a:srgbClr val="000000">
                <a:alpha val="35686"/>
              </a:srgbClr>
            </a:outerShdw>
          </a:effectLst>
        </p:spPr>
      </p:sp>
      <p:sp>
        <p:nvSpPr>
          <p:cNvPr id="125" name="Google Shape;125;p25"/>
          <p:cNvSpPr txBox="1"/>
          <p:nvPr>
            <p:ph idx="6" type="body"/>
          </p:nvPr>
        </p:nvSpPr>
        <p:spPr>
          <a:xfrm>
            <a:off x="3331075" y="4480368"/>
            <a:ext cx="2476753"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6" name="Google Shape;126;p25"/>
          <p:cNvSpPr txBox="1"/>
          <p:nvPr>
            <p:ph idx="7" type="body"/>
          </p:nvPr>
        </p:nvSpPr>
        <p:spPr>
          <a:xfrm>
            <a:off x="5975023" y="3904106"/>
            <a:ext cx="2475738"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7" name="Google Shape;127;p25"/>
          <p:cNvSpPr/>
          <p:nvPr>
            <p:ph idx="8" type="pic"/>
          </p:nvPr>
        </p:nvSpPr>
        <p:spPr>
          <a:xfrm>
            <a:off x="6056774" y="1934432"/>
            <a:ext cx="2319276" cy="1607294"/>
          </a:xfrm>
          <a:prstGeom prst="roundRect">
            <a:avLst>
              <a:gd fmla="val 1858" name="adj"/>
            </a:avLst>
          </a:prstGeom>
          <a:noFill/>
          <a:ln>
            <a:noFill/>
          </a:ln>
          <a:effectLst>
            <a:outerShdw blurRad="38100" dir="4440000" dist="25400">
              <a:srgbClr val="000000">
                <a:alpha val="35686"/>
              </a:srgbClr>
            </a:outerShdw>
          </a:effectLst>
        </p:spPr>
      </p:sp>
      <p:sp>
        <p:nvSpPr>
          <p:cNvPr id="128" name="Google Shape;128;p25"/>
          <p:cNvSpPr txBox="1"/>
          <p:nvPr>
            <p:ph idx="9" type="body"/>
          </p:nvPr>
        </p:nvSpPr>
        <p:spPr>
          <a:xfrm>
            <a:off x="5974929" y="4480366"/>
            <a:ext cx="2475738" cy="131083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9" name="Google Shape;129;p25"/>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5"/>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5"/>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sp>
        <p:nvSpPr>
          <p:cNvPr id="133" name="Google Shape;133;p26"/>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6"/>
          <p:cNvSpPr txBox="1"/>
          <p:nvPr>
            <p:ph idx="1" type="body"/>
          </p:nvPr>
        </p:nvSpPr>
        <p:spPr>
          <a:xfrm rot="5400000">
            <a:off x="2538632" y="-120835"/>
            <a:ext cx="4058751" cy="776532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135" name="Google Shape;135;p26"/>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6"/>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6"/>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8" name="Shape 138"/>
        <p:cNvGrpSpPr/>
        <p:nvPr/>
      </p:nvGrpSpPr>
      <p:grpSpPr>
        <a:xfrm>
          <a:off x="0" y="0"/>
          <a:ext cx="0" cy="0"/>
          <a:chOff x="0" y="0"/>
          <a:chExt cx="0" cy="0"/>
        </a:xfrm>
      </p:grpSpPr>
      <p:sp>
        <p:nvSpPr>
          <p:cNvPr id="139" name="Google Shape;139;p27"/>
          <p:cNvSpPr txBox="1"/>
          <p:nvPr>
            <p:ph type="title"/>
          </p:nvPr>
        </p:nvSpPr>
        <p:spPr>
          <a:xfrm rot="5400000">
            <a:off x="5003184" y="2343718"/>
            <a:ext cx="5181601" cy="1713365"/>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l">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7"/>
          <p:cNvSpPr txBox="1"/>
          <p:nvPr>
            <p:ph idx="1" type="body"/>
          </p:nvPr>
        </p:nvSpPr>
        <p:spPr>
          <a:xfrm rot="5400000">
            <a:off x="1063373" y="231574"/>
            <a:ext cx="5181601" cy="593765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141" name="Google Shape;141;p27"/>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7"/>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7"/>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spcBef>
                <a:spcPts val="0"/>
              </a:spcBef>
              <a:spcAft>
                <a:spcPts val="0"/>
              </a:spcAft>
              <a:buClr>
                <a:schemeClr val="lt2"/>
              </a:buClr>
              <a:buSzPts val="4000"/>
              <a:buFont typeface="Lustria"/>
              <a:buNone/>
              <a:defRPr b="0" i="0" sz="4000" u="none" cap="none" strike="noStrike">
                <a:solidFill>
                  <a:schemeClr val="lt2"/>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1" name="Google Shape;11;p10"/>
          <p:cNvSpPr txBox="1"/>
          <p:nvPr>
            <p:ph idx="1" type="body"/>
          </p:nvPr>
        </p:nvSpPr>
        <p:spPr>
          <a:xfrm>
            <a:off x="685346" y="1732450"/>
            <a:ext cx="776532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17500" lvl="0" marL="457200" marR="0" rtl="0" algn="l">
              <a:spcBef>
                <a:spcPts val="400"/>
              </a:spcBef>
              <a:spcAft>
                <a:spcPts val="0"/>
              </a:spcAft>
              <a:buClr>
                <a:schemeClr val="lt2"/>
              </a:buClr>
              <a:buSzPts val="1400"/>
              <a:buFont typeface="Noto Sans Symbols"/>
              <a:buChar char="◈"/>
              <a:defRPr b="0" i="0" sz="2000" u="none" cap="none" strike="noStrike">
                <a:solidFill>
                  <a:schemeClr val="lt2"/>
                </a:solidFill>
                <a:latin typeface="Lustria"/>
                <a:ea typeface="Lustria"/>
                <a:cs typeface="Lustria"/>
                <a:sym typeface="Lustria"/>
              </a:defRPr>
            </a:lvl1pPr>
            <a:lvl2pPr indent="-308610" lvl="1" marL="9144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Lustria"/>
                <a:ea typeface="Lustria"/>
                <a:cs typeface="Lustria"/>
                <a:sym typeface="Lustria"/>
              </a:defRPr>
            </a:lvl2pPr>
            <a:lvl3pPr indent="-299719" lvl="2" marL="13716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Lustria"/>
                <a:ea typeface="Lustria"/>
                <a:cs typeface="Lustria"/>
                <a:sym typeface="Lustria"/>
              </a:defRPr>
            </a:lvl3pPr>
            <a:lvl4pPr indent="-290830" lvl="3" marL="18288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4pPr>
            <a:lvl5pPr indent="-290829" lvl="4" marL="22860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9pPr>
          </a:lstStyle>
          <a:p/>
        </p:txBody>
      </p:sp>
      <p:sp>
        <p:nvSpPr>
          <p:cNvPr id="12" name="Google Shape;12;p10"/>
          <p:cNvSpPr txBox="1"/>
          <p:nvPr>
            <p:ph idx="10" type="dt"/>
          </p:nvPr>
        </p:nvSpPr>
        <p:spPr>
          <a:xfrm>
            <a:off x="5759052" y="5883276"/>
            <a:ext cx="20574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F2F2F2"/>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13" name="Google Shape;13;p10"/>
          <p:cNvSpPr txBox="1"/>
          <p:nvPr>
            <p:ph idx="11" type="ftr"/>
          </p:nvPr>
        </p:nvSpPr>
        <p:spPr>
          <a:xfrm>
            <a:off x="685347" y="5883276"/>
            <a:ext cx="500464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F2F2F2"/>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14" name="Google Shape;14;p10"/>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F2F2F2"/>
                </a:solidFill>
                <a:latin typeface="Lustria"/>
                <a:ea typeface="Lustria"/>
                <a:cs typeface="Lustria"/>
                <a:sym typeface="Lustria"/>
              </a:defRPr>
            </a:lvl1pPr>
            <a:lvl2pPr indent="0" lvl="1" marL="0" marR="0" rtl="0" algn="r">
              <a:spcBef>
                <a:spcPts val="0"/>
              </a:spcBef>
              <a:buNone/>
              <a:defRPr b="0" i="0" sz="1000" u="none" cap="none" strike="noStrike">
                <a:solidFill>
                  <a:srgbClr val="F2F2F2"/>
                </a:solidFill>
                <a:latin typeface="Lustria"/>
                <a:ea typeface="Lustria"/>
                <a:cs typeface="Lustria"/>
                <a:sym typeface="Lustria"/>
              </a:defRPr>
            </a:lvl2pPr>
            <a:lvl3pPr indent="0" lvl="2" marL="0" marR="0" rtl="0" algn="r">
              <a:spcBef>
                <a:spcPts val="0"/>
              </a:spcBef>
              <a:buNone/>
              <a:defRPr b="0" i="0" sz="1000" u="none" cap="none" strike="noStrike">
                <a:solidFill>
                  <a:srgbClr val="F2F2F2"/>
                </a:solidFill>
                <a:latin typeface="Lustria"/>
                <a:ea typeface="Lustria"/>
                <a:cs typeface="Lustria"/>
                <a:sym typeface="Lustria"/>
              </a:defRPr>
            </a:lvl3pPr>
            <a:lvl4pPr indent="0" lvl="3" marL="0" marR="0" rtl="0" algn="r">
              <a:spcBef>
                <a:spcPts val="0"/>
              </a:spcBef>
              <a:buNone/>
              <a:defRPr b="0" i="0" sz="1000" u="none" cap="none" strike="noStrike">
                <a:solidFill>
                  <a:srgbClr val="F2F2F2"/>
                </a:solidFill>
                <a:latin typeface="Lustria"/>
                <a:ea typeface="Lustria"/>
                <a:cs typeface="Lustria"/>
                <a:sym typeface="Lustria"/>
              </a:defRPr>
            </a:lvl4pPr>
            <a:lvl5pPr indent="0" lvl="4" marL="0" marR="0" rtl="0" algn="r">
              <a:spcBef>
                <a:spcPts val="0"/>
              </a:spcBef>
              <a:buNone/>
              <a:defRPr b="0" i="0" sz="1000" u="none" cap="none" strike="noStrike">
                <a:solidFill>
                  <a:srgbClr val="F2F2F2"/>
                </a:solidFill>
                <a:latin typeface="Lustria"/>
                <a:ea typeface="Lustria"/>
                <a:cs typeface="Lustria"/>
                <a:sym typeface="Lustria"/>
              </a:defRPr>
            </a:lvl5pPr>
            <a:lvl6pPr indent="0" lvl="5" marL="0" marR="0" rtl="0" algn="r">
              <a:spcBef>
                <a:spcPts val="0"/>
              </a:spcBef>
              <a:buNone/>
              <a:defRPr b="0" i="0" sz="1000" u="none" cap="none" strike="noStrike">
                <a:solidFill>
                  <a:srgbClr val="F2F2F2"/>
                </a:solidFill>
                <a:latin typeface="Lustria"/>
                <a:ea typeface="Lustria"/>
                <a:cs typeface="Lustria"/>
                <a:sym typeface="Lustria"/>
              </a:defRPr>
            </a:lvl6pPr>
            <a:lvl7pPr indent="0" lvl="6" marL="0" marR="0" rtl="0" algn="r">
              <a:spcBef>
                <a:spcPts val="0"/>
              </a:spcBef>
              <a:buNone/>
              <a:defRPr b="0" i="0" sz="1000" u="none" cap="none" strike="noStrike">
                <a:solidFill>
                  <a:srgbClr val="F2F2F2"/>
                </a:solidFill>
                <a:latin typeface="Lustria"/>
                <a:ea typeface="Lustria"/>
                <a:cs typeface="Lustria"/>
                <a:sym typeface="Lustria"/>
              </a:defRPr>
            </a:lvl7pPr>
            <a:lvl8pPr indent="0" lvl="7" marL="0" marR="0" rtl="0" algn="r">
              <a:spcBef>
                <a:spcPts val="0"/>
              </a:spcBef>
              <a:buNone/>
              <a:defRPr b="0" i="0" sz="1000" u="none" cap="none" strike="noStrike">
                <a:solidFill>
                  <a:srgbClr val="F2F2F2"/>
                </a:solidFill>
                <a:latin typeface="Lustria"/>
                <a:ea typeface="Lustria"/>
                <a:cs typeface="Lustria"/>
                <a:sym typeface="Lustria"/>
              </a:defRPr>
            </a:lvl8pPr>
            <a:lvl9pPr indent="0" lvl="8" marL="0" marR="0" rtl="0" algn="r">
              <a:spcBef>
                <a:spcPts val="0"/>
              </a:spcBef>
              <a:buNone/>
              <a:defRPr b="0" i="0" sz="1000" u="none" cap="none" strike="noStrike">
                <a:solidFill>
                  <a:srgbClr val="F2F2F2"/>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nvSpPr>
        <p:spPr>
          <a:xfrm>
            <a:off x="2445845" y="4947746"/>
            <a:ext cx="4498975" cy="790575"/>
          </a:xfrm>
          <a:prstGeom prst="rect">
            <a:avLst/>
          </a:prstGeom>
          <a:noFill/>
          <a:ln>
            <a:noFill/>
          </a:ln>
        </p:spPr>
        <p:txBody>
          <a:bodyPr anchorCtr="0" anchor="t" bIns="45700" lIns="91425" spcFirstLastPara="1" rIns="132075" wrap="square" tIns="45700">
            <a:normAutofit/>
          </a:bodyPr>
          <a:lstStyle/>
          <a:p>
            <a:pPr indent="0" lvl="0" marL="39688" marR="0" rtl="0" algn="ctr">
              <a:spcBef>
                <a:spcPts val="0"/>
              </a:spcBef>
              <a:spcAft>
                <a:spcPts val="0"/>
              </a:spcAft>
              <a:buClr>
                <a:schemeClr val="lt1"/>
              </a:buClr>
              <a:buSzPts val="2500"/>
              <a:buFont typeface="Arial"/>
              <a:buNone/>
            </a:pPr>
            <a:r>
              <a:t/>
            </a:r>
            <a:endParaRPr b="0" i="0" sz="2500" u="none" cap="none" strike="noStrike">
              <a:solidFill>
                <a:srgbClr val="333399"/>
              </a:solidFill>
              <a:latin typeface="Lustria"/>
              <a:ea typeface="Lustria"/>
              <a:cs typeface="Lustria"/>
              <a:sym typeface="Lustria"/>
            </a:endParaRPr>
          </a:p>
        </p:txBody>
      </p:sp>
      <p:sp>
        <p:nvSpPr>
          <p:cNvPr id="149" name="Google Shape;149;p1"/>
          <p:cNvSpPr/>
          <p:nvPr/>
        </p:nvSpPr>
        <p:spPr>
          <a:xfrm>
            <a:off x="4648113" y="2386254"/>
            <a:ext cx="142055" cy="1308050"/>
          </a:xfrm>
          <a:prstGeom prst="rect">
            <a:avLst/>
          </a:prstGeom>
          <a:noFill/>
          <a:ln>
            <a:noFill/>
          </a:ln>
        </p:spPr>
        <p:txBody>
          <a:bodyPr anchorCtr="0" anchor="ctr" bIns="38100" lIns="38100" spcFirstLastPara="1" rIns="89875" wrap="square" tIns="38100">
            <a:spAutoFit/>
          </a:bodyPr>
          <a:lstStyle/>
          <a:p>
            <a:pPr indent="0" lvl="0" marL="12700" marR="0" rtl="0" algn="ctr">
              <a:spcBef>
                <a:spcPts val="0"/>
              </a:spcBef>
              <a:spcAft>
                <a:spcPts val="0"/>
              </a:spcAft>
              <a:buClr>
                <a:srgbClr val="333399"/>
              </a:buClr>
              <a:buSzPts val="4000"/>
              <a:buFont typeface="Arial"/>
              <a:buNone/>
            </a:pPr>
            <a:br>
              <a:rPr b="0" i="0" lang="en-US" sz="4000" u="none" cap="none" strike="noStrike">
                <a:solidFill>
                  <a:srgbClr val="333399"/>
                </a:solidFill>
                <a:latin typeface="Arial"/>
                <a:ea typeface="Arial"/>
                <a:cs typeface="Arial"/>
                <a:sym typeface="Arial"/>
              </a:rPr>
            </a:br>
            <a:endParaRPr b="0" i="0" sz="4000" u="none" cap="none" strike="noStrike">
              <a:solidFill>
                <a:srgbClr val="333399"/>
              </a:solidFill>
              <a:latin typeface="Arial"/>
              <a:ea typeface="Arial"/>
              <a:cs typeface="Arial"/>
              <a:sym typeface="Arial"/>
            </a:endParaRPr>
          </a:p>
        </p:txBody>
      </p:sp>
      <p:sp>
        <p:nvSpPr>
          <p:cNvPr id="150" name="Google Shape;150;p1"/>
          <p:cNvSpPr txBox="1"/>
          <p:nvPr/>
        </p:nvSpPr>
        <p:spPr>
          <a:xfrm>
            <a:off x="1453878" y="2363327"/>
            <a:ext cx="6672580" cy="15601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4400" u="sng" cap="none" strike="noStrike">
                <a:solidFill>
                  <a:srgbClr val="E8E8E8"/>
                </a:solidFill>
                <a:latin typeface="Arial"/>
                <a:ea typeface="Arial"/>
                <a:cs typeface="Arial"/>
                <a:sym typeface="Arial"/>
              </a:rPr>
              <a:t>AUTONOMOUS ROBOT</a:t>
            </a:r>
            <a:endParaRPr sz="4400" u="sng">
              <a:solidFill>
                <a:srgbClr val="E8E8E8"/>
              </a:solidFill>
              <a:latin typeface="Microsoft YaHei"/>
              <a:ea typeface="Microsoft YaHei"/>
              <a:cs typeface="Microsoft YaHei"/>
              <a:sym typeface="Microsoft YaHei"/>
            </a:endParaRPr>
          </a:p>
          <a:p>
            <a:pPr indent="0" lvl="0" marL="0" marR="0" rtl="0" algn="l">
              <a:spcBef>
                <a:spcPts val="0"/>
              </a:spcBef>
              <a:spcAft>
                <a:spcPts val="0"/>
              </a:spcAft>
              <a:buNone/>
            </a:pPr>
            <a:r>
              <a:t/>
            </a:r>
            <a:endParaRPr sz="1600">
              <a:solidFill>
                <a:srgbClr val="E8E8E8"/>
              </a:solidFill>
              <a:latin typeface="Microsoft YaHei"/>
              <a:ea typeface="Microsoft YaHei"/>
              <a:cs typeface="Microsoft YaHei"/>
              <a:sym typeface="Microsoft YaHei"/>
            </a:endParaRPr>
          </a:p>
          <a:p>
            <a:pPr indent="0" lvl="0" marL="0" marR="0" rtl="0" algn="l">
              <a:spcBef>
                <a:spcPts val="0"/>
              </a:spcBef>
              <a:spcAft>
                <a:spcPts val="0"/>
              </a:spcAft>
              <a:buNone/>
            </a:pPr>
            <a:r>
              <a:rPr lang="en-US" sz="1600">
                <a:solidFill>
                  <a:srgbClr val="E8E8E8"/>
                </a:solidFill>
                <a:latin typeface="Microsoft YaHei"/>
                <a:ea typeface="Microsoft YaHei"/>
                <a:cs typeface="Microsoft YaHei"/>
                <a:sym typeface="Microsoft YaHei"/>
              </a:rPr>
              <a:t>                                LINE FOLLOWER</a:t>
            </a:r>
            <a:endParaRPr/>
          </a:p>
          <a:p>
            <a:pPr indent="0" lvl="0" marL="0" marR="0" rtl="0" algn="l">
              <a:spcBef>
                <a:spcPts val="0"/>
              </a:spcBef>
              <a:spcAft>
                <a:spcPts val="0"/>
              </a:spcAft>
              <a:buNone/>
            </a:pPr>
            <a:r>
              <a:t/>
            </a:r>
            <a:endParaRPr sz="1600">
              <a:solidFill>
                <a:srgbClr val="E8E8E8"/>
              </a:solidFill>
              <a:latin typeface="Microsoft YaHei"/>
              <a:ea typeface="Microsoft YaHei"/>
              <a:cs typeface="Microsoft YaHei"/>
              <a:sym typeface="Microsoft YaHei"/>
            </a:endParaRPr>
          </a:p>
          <a:p>
            <a:pPr indent="0" lvl="0" marL="0" marR="0" rtl="0" algn="l">
              <a:spcBef>
                <a:spcPts val="0"/>
              </a:spcBef>
              <a:spcAft>
                <a:spcPts val="0"/>
              </a:spcAft>
              <a:buNone/>
            </a:pPr>
            <a:r>
              <a:rPr lang="en-US" sz="1600">
                <a:solidFill>
                  <a:srgbClr val="E8E8E8"/>
                </a:solidFill>
                <a:latin typeface="Microsoft YaHei"/>
                <a:ea typeface="Microsoft YaHei"/>
                <a:cs typeface="Microsoft YaHei"/>
                <a:sym typeface="Microsoft YaHei"/>
              </a:rPr>
              <a:t>                        MOBILE CONTROLLED ROBOT</a:t>
            </a:r>
            <a:endParaRPr/>
          </a:p>
          <a:p>
            <a:pPr indent="0" lvl="0" marL="0" marR="0" rtl="0" algn="l">
              <a:spcBef>
                <a:spcPts val="0"/>
              </a:spcBef>
              <a:spcAft>
                <a:spcPts val="0"/>
              </a:spcAft>
              <a:buNone/>
            </a:pPr>
            <a:r>
              <a:t/>
            </a:r>
            <a:endParaRPr sz="1600">
              <a:solidFill>
                <a:srgbClr val="E8E8E8"/>
              </a:solidFill>
              <a:latin typeface="Microsoft YaHei"/>
              <a:ea typeface="Microsoft YaHei"/>
              <a:cs typeface="Microsoft YaHei"/>
              <a:sym typeface="Microsoft YaHe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
          <p:cNvSpPr txBox="1"/>
          <p:nvPr>
            <p:ph type="title"/>
          </p:nvPr>
        </p:nvSpPr>
        <p:spPr>
          <a:xfrm>
            <a:off x="-2039193" y="506984"/>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rgbClr val="EDE3C1"/>
              </a:buClr>
              <a:buSzPts val="4000"/>
              <a:buFont typeface="Arial"/>
              <a:buNone/>
            </a:pPr>
            <a:r>
              <a:rPr lang="en-US" sz="4000" u="sng">
                <a:solidFill>
                  <a:srgbClr val="EDE3C1"/>
                </a:solidFill>
                <a:latin typeface="Arial"/>
                <a:ea typeface="Arial"/>
                <a:cs typeface="Arial"/>
                <a:sym typeface="Arial"/>
              </a:rPr>
              <a:t>CONTENT</a:t>
            </a:r>
            <a:endParaRPr>
              <a:solidFill>
                <a:srgbClr val="EDE3C1"/>
              </a:solidFill>
            </a:endParaRPr>
          </a:p>
        </p:txBody>
      </p:sp>
      <p:sp>
        <p:nvSpPr>
          <p:cNvPr id="157" name="Google Shape;157;p2"/>
          <p:cNvSpPr txBox="1"/>
          <p:nvPr>
            <p:ph idx="1" type="body"/>
          </p:nvPr>
        </p:nvSpPr>
        <p:spPr>
          <a:xfrm>
            <a:off x="628649" y="1477434"/>
            <a:ext cx="8428853" cy="36576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Learning DE-10 NANO FPGA</a:t>
            </a:r>
            <a:endParaRPr/>
          </a:p>
          <a:p>
            <a:pPr indent="-306000" lvl="0" marL="342900" rtl="0" algn="l">
              <a:spcBef>
                <a:spcPts val="1000"/>
              </a:spcBef>
              <a:spcAft>
                <a:spcPts val="0"/>
              </a:spcAft>
              <a:buSzPts val="1400"/>
              <a:buChar char="◈"/>
            </a:pPr>
            <a:r>
              <a:rPr lang="en-US"/>
              <a:t>Universal Asynchronous Receiver/Transmitter</a:t>
            </a:r>
            <a:endParaRPr/>
          </a:p>
          <a:p>
            <a:pPr indent="-306000" lvl="0" marL="342900" rtl="0" algn="l">
              <a:spcBef>
                <a:spcPts val="1000"/>
              </a:spcBef>
              <a:spcAft>
                <a:spcPts val="0"/>
              </a:spcAft>
              <a:buSzPts val="1400"/>
              <a:buChar char="◈"/>
            </a:pPr>
            <a:r>
              <a:rPr lang="en-US"/>
              <a:t>Why Receiver ?</a:t>
            </a:r>
            <a:endParaRPr/>
          </a:p>
          <a:p>
            <a:pPr indent="-306000" lvl="0" marL="342900" rtl="0" algn="l">
              <a:spcBef>
                <a:spcPts val="1000"/>
              </a:spcBef>
              <a:spcAft>
                <a:spcPts val="0"/>
              </a:spcAft>
              <a:buSzPts val="1400"/>
              <a:buChar char="◈"/>
            </a:pPr>
            <a:r>
              <a:rPr lang="en-US"/>
              <a:t>UART output block</a:t>
            </a:r>
            <a:endParaRPr/>
          </a:p>
          <a:p>
            <a:pPr indent="-306000" lvl="0" marL="342900" rtl="0" algn="l">
              <a:spcBef>
                <a:spcPts val="1000"/>
              </a:spcBef>
              <a:spcAft>
                <a:spcPts val="0"/>
              </a:spcAft>
              <a:buSzPts val="1400"/>
              <a:buChar char="◈"/>
            </a:pPr>
            <a:r>
              <a:rPr lang="en-US"/>
              <a:t>Mobile app</a:t>
            </a:r>
            <a:endParaRPr/>
          </a:p>
        </p:txBody>
      </p:sp>
      <p:sp>
        <p:nvSpPr>
          <p:cNvPr id="158" name="Google Shape;158;p2"/>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B2B2B2"/>
                </a:solidFill>
                <a:latin typeface="Trebuchet MS"/>
                <a:ea typeface="Trebuchet MS"/>
                <a:cs typeface="Trebuchet MS"/>
                <a:sym typeface="Trebuchet MS"/>
              </a:rPr>
              <a:t>‹#›</a:t>
            </a:fld>
            <a:endParaRPr sz="1200">
              <a:solidFill>
                <a:srgbClr val="B2B2B2"/>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graphicFrame>
        <p:nvGraphicFramePr>
          <p:cNvPr id="163" name="Google Shape;163;p3"/>
          <p:cNvGraphicFramePr/>
          <p:nvPr/>
        </p:nvGraphicFramePr>
        <p:xfrm>
          <a:off x="1254761" y="2867742"/>
          <a:ext cx="3000000" cy="3000000"/>
        </p:xfrm>
        <a:graphic>
          <a:graphicData uri="http://schemas.openxmlformats.org/drawingml/2006/table">
            <a:tbl>
              <a:tblPr bandRow="1" firstRow="1">
                <a:noFill/>
                <a:tableStyleId>{3BFFCFB6-6CD3-4671-B584-38B689BE339B}</a:tableStyleId>
              </a:tblPr>
              <a:tblGrid>
                <a:gridCol w="1136650"/>
                <a:gridCol w="459750"/>
                <a:gridCol w="361325"/>
                <a:gridCol w="1336050"/>
                <a:gridCol w="1358900"/>
                <a:gridCol w="470525"/>
                <a:gridCol w="374025"/>
                <a:gridCol w="1137275"/>
              </a:tblGrid>
              <a:tr h="153025">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tc>
                <a:tc>
                  <a:txBody>
                    <a:bodyPr/>
                    <a:lstStyle/>
                    <a:p>
                      <a:pPr indent="0" lvl="0" marL="120650" marR="0" rtl="0" algn="l">
                        <a:lnSpc>
                          <a:spcPct val="95000"/>
                        </a:lnSpc>
                        <a:spcBef>
                          <a:spcPts val="0"/>
                        </a:spcBef>
                        <a:spcAft>
                          <a:spcPts val="0"/>
                        </a:spcAft>
                        <a:buNone/>
                      </a:pPr>
                      <a:r>
                        <a:rPr b="1" lang="en-US" sz="900" u="none" cap="none" strike="noStrike">
                          <a:latin typeface="Calibri"/>
                          <a:ea typeface="Calibri"/>
                          <a:cs typeface="Calibri"/>
                          <a:sym typeface="Calibri"/>
                        </a:rPr>
                        <a:t>GPIO 0</a:t>
                      </a:r>
                      <a:endParaRPr sz="900" u="none" cap="none" strike="noStrike">
                        <a:latin typeface="Calibri"/>
                        <a:ea typeface="Calibri"/>
                        <a:cs typeface="Calibri"/>
                        <a:sym typeface="Calibri"/>
                      </a:endParaRPr>
                    </a:p>
                  </a:txBody>
                  <a:tcPr marT="0" marB="0" marR="0" marL="0"/>
                </a:tc>
                <a:tc>
                  <a:txBody>
                    <a:bodyPr/>
                    <a:lstStyle/>
                    <a:p>
                      <a:pPr indent="0" lvl="0" marL="12700" marR="0" rtl="0" algn="l">
                        <a:lnSpc>
                          <a:spcPct val="95000"/>
                        </a:lnSpc>
                        <a:spcBef>
                          <a:spcPts val="0"/>
                        </a:spcBef>
                        <a:spcAft>
                          <a:spcPts val="0"/>
                        </a:spcAft>
                        <a:buNone/>
                      </a:pPr>
                      <a:r>
                        <a:rPr b="1" lang="en-US" sz="900" u="none" cap="none" strike="noStrike">
                          <a:latin typeface="Calibri"/>
                          <a:ea typeface="Calibri"/>
                          <a:cs typeface="Calibri"/>
                          <a:sym typeface="Calibri"/>
                        </a:rPr>
                        <a:t>(JP1)</a:t>
                      </a:r>
                      <a:endParaRPr sz="900" u="none" cap="none" strike="noStrike">
                        <a:latin typeface="Calibri"/>
                        <a:ea typeface="Calibri"/>
                        <a:cs typeface="Calibri"/>
                        <a:sym typeface="Calibri"/>
                      </a:endParaRPr>
                    </a:p>
                  </a:txBody>
                  <a:tcPr marT="0" marB="0" marR="0" marL="0"/>
                </a:tc>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tc>
                <a:tc>
                  <a:txBody>
                    <a:bodyPr/>
                    <a:lstStyle/>
                    <a:p>
                      <a:pPr indent="0" lvl="0" marL="130810" marR="0" rtl="0" algn="l">
                        <a:lnSpc>
                          <a:spcPct val="95000"/>
                        </a:lnSpc>
                        <a:spcBef>
                          <a:spcPts val="0"/>
                        </a:spcBef>
                        <a:spcAft>
                          <a:spcPts val="0"/>
                        </a:spcAft>
                        <a:buNone/>
                      </a:pPr>
                      <a:r>
                        <a:rPr b="1" lang="en-US" sz="900" u="none" cap="none" strike="noStrike">
                          <a:latin typeface="Calibri"/>
                          <a:ea typeface="Calibri"/>
                          <a:cs typeface="Calibri"/>
                          <a:sym typeface="Calibri"/>
                        </a:rPr>
                        <a:t>GPIO 1</a:t>
                      </a:r>
                      <a:endParaRPr sz="900" u="none" cap="none" strike="noStrike">
                        <a:latin typeface="Calibri"/>
                        <a:ea typeface="Calibri"/>
                        <a:cs typeface="Calibri"/>
                        <a:sym typeface="Calibri"/>
                      </a:endParaRPr>
                    </a:p>
                  </a:txBody>
                  <a:tcPr marT="0" marB="0" marR="0" marL="0"/>
                </a:tc>
                <a:tc>
                  <a:txBody>
                    <a:bodyPr/>
                    <a:lstStyle/>
                    <a:p>
                      <a:pPr indent="0" lvl="0" marL="12700" marR="0" rtl="0" algn="l">
                        <a:lnSpc>
                          <a:spcPct val="95000"/>
                        </a:lnSpc>
                        <a:spcBef>
                          <a:spcPts val="0"/>
                        </a:spcBef>
                        <a:spcAft>
                          <a:spcPts val="0"/>
                        </a:spcAft>
                        <a:buNone/>
                      </a:pPr>
                      <a:r>
                        <a:rPr b="1" lang="en-US" sz="900" u="none" cap="none" strike="noStrike">
                          <a:latin typeface="Calibri"/>
                          <a:ea typeface="Calibri"/>
                          <a:cs typeface="Calibri"/>
                          <a:sym typeface="Calibri"/>
                        </a:rPr>
                        <a:t>(JP7)</a:t>
                      </a:r>
                      <a:endParaRPr sz="900" u="none" cap="none" strike="noStrike">
                        <a:latin typeface="Calibri"/>
                        <a:ea typeface="Calibri"/>
                        <a:cs typeface="Calibri"/>
                        <a:sym typeface="Calibri"/>
                      </a:endParaRPr>
                    </a:p>
                  </a:txBody>
                  <a:tcPr marT="0" marB="0" marR="0" marL="0"/>
                </a:tc>
                <a:tc>
                  <a:txBody>
                    <a:bodyPr/>
                    <a:lstStyle/>
                    <a:p>
                      <a:pPr indent="0" lvl="0" marL="0" marR="0" rtl="0" algn="l">
                        <a:lnSpc>
                          <a:spcPct val="100000"/>
                        </a:lnSpc>
                        <a:spcBef>
                          <a:spcPts val="0"/>
                        </a:spcBef>
                        <a:spcAft>
                          <a:spcPts val="0"/>
                        </a:spcAft>
                        <a:buNone/>
                      </a:pPr>
                      <a:r>
                        <a:t/>
                      </a:r>
                      <a:endParaRPr sz="800" u="none" cap="none" strike="noStrike">
                        <a:latin typeface="Times New Roman"/>
                        <a:ea typeface="Times New Roman"/>
                        <a:cs typeface="Times New Roman"/>
                        <a:sym typeface="Times New Roman"/>
                      </a:endParaRPr>
                    </a:p>
                  </a:txBody>
                  <a:tcPr marT="0"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PIN_V12	</a:t>
                      </a:r>
                      <a:r>
                        <a:rPr lang="en-US" sz="800" u="none" cap="none" strike="noStrike">
                          <a:latin typeface="Calibri"/>
                          <a:ea typeface="Calibri"/>
                          <a:cs typeface="Calibri"/>
                          <a:sym typeface="Calibri"/>
                        </a:rPr>
                        <a:t>GPIO_0[0]</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a:t>
                      </a:r>
                      <a:endParaRPr sz="800" u="none" cap="none" strike="noStrike">
                        <a:latin typeface="Calibri"/>
                        <a:ea typeface="Calibri"/>
                        <a:cs typeface="Calibri"/>
                        <a:sym typeface="Calibri"/>
                      </a:endParaRPr>
                    </a:p>
                  </a:txBody>
                  <a:tcPr marT="13325" marB="0" marR="0" marL="0"/>
                </a:tc>
                <a:tc>
                  <a:txBody>
                    <a:bodyPr/>
                    <a:lstStyle/>
                    <a:p>
                      <a:pPr indent="0" lvl="0" marL="64769" marR="0" rtl="0" algn="ct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GPIO_0[1]	</a:t>
                      </a:r>
                      <a:r>
                        <a:rPr lang="en-US" sz="800" u="none" cap="none" strike="noStrike">
                          <a:solidFill>
                            <a:srgbClr val="006FC0"/>
                          </a:solidFill>
                          <a:latin typeface="Calibri"/>
                          <a:ea typeface="Calibri"/>
                          <a:cs typeface="Calibri"/>
                          <a:sym typeface="Calibri"/>
                        </a:rPr>
                        <a:t>PIN_E8</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PIN_Y15	</a:t>
                      </a:r>
                      <a:r>
                        <a:rPr lang="en-US" sz="800" u="none" cap="none" strike="noStrike">
                          <a:latin typeface="Calibri"/>
                          <a:ea typeface="Calibri"/>
                          <a:cs typeface="Calibri"/>
                          <a:sym typeface="Calibri"/>
                        </a:rPr>
                        <a:t>GPIO_1[0]</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a:t>
                      </a:r>
                      <a:endParaRPr sz="800" u="none" cap="none" strike="noStrike">
                        <a:latin typeface="Calibri"/>
                        <a:ea typeface="Calibri"/>
                        <a:cs typeface="Calibri"/>
                        <a:sym typeface="Calibri"/>
                      </a:endParaRPr>
                    </a:p>
                  </a:txBody>
                  <a:tcPr marT="13325" marB="0" marR="0" marL="0"/>
                </a:tc>
                <a:tc>
                  <a:txBody>
                    <a:bodyPr/>
                    <a:lstStyle/>
                    <a:p>
                      <a:pPr indent="0" lvl="0" marL="20066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GPIO_1[1]	</a:t>
                      </a:r>
                      <a:r>
                        <a:rPr lang="en-US" sz="800" u="none" cap="none" strike="noStrike">
                          <a:solidFill>
                            <a:srgbClr val="006FC0"/>
                          </a:solidFill>
                          <a:latin typeface="Calibri"/>
                          <a:ea typeface="Calibri"/>
                          <a:cs typeface="Calibri"/>
                          <a:sym typeface="Calibri"/>
                        </a:rPr>
                        <a:t>PIN_AC24</a:t>
                      </a:r>
                      <a:endParaRPr sz="800" u="none" cap="none" strike="noStrike">
                        <a:latin typeface="Calibri"/>
                        <a:ea typeface="Calibri"/>
                        <a:cs typeface="Calibri"/>
                        <a:sym typeface="Calibri"/>
                      </a:endParaRPr>
                    </a:p>
                  </a:txBody>
                  <a:tcPr marT="1332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PIN_W12	</a:t>
                      </a:r>
                      <a:r>
                        <a:rPr lang="en-US" sz="800" u="none" cap="none" strike="noStrike">
                          <a:latin typeface="Calibri"/>
                          <a:ea typeface="Calibri"/>
                          <a:cs typeface="Calibri"/>
                          <a:sym typeface="Calibri"/>
                        </a:rPr>
                        <a:t>GPIO_0[2]</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a:t>
                      </a:r>
                      <a:endParaRPr sz="800" u="none" cap="none" strike="noStrike">
                        <a:latin typeface="Calibri"/>
                        <a:ea typeface="Calibri"/>
                        <a:cs typeface="Calibri"/>
                        <a:sym typeface="Calibri"/>
                      </a:endParaRPr>
                    </a:p>
                  </a:txBody>
                  <a:tcPr marT="13325" marB="0" marR="0" marL="0"/>
                </a:tc>
                <a:tc>
                  <a:txBody>
                    <a:bodyPr/>
                    <a:lstStyle/>
                    <a:p>
                      <a:pPr indent="0" lvl="0" marL="64769" marR="0" rtl="0" algn="ct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4</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GPIO_0[3]	</a:t>
                      </a:r>
                      <a:r>
                        <a:rPr lang="en-US" sz="800" u="none" cap="none" strike="noStrike">
                          <a:solidFill>
                            <a:srgbClr val="006FC0"/>
                          </a:solidFill>
                          <a:latin typeface="Calibri"/>
                          <a:ea typeface="Calibri"/>
                          <a:cs typeface="Calibri"/>
                          <a:sym typeface="Calibri"/>
                        </a:rPr>
                        <a:t>PIN_D11</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PIN_AA15	</a:t>
                      </a:r>
                      <a:r>
                        <a:rPr lang="en-US" sz="800" u="none" cap="none" strike="noStrike">
                          <a:latin typeface="Calibri"/>
                          <a:ea typeface="Calibri"/>
                          <a:cs typeface="Calibri"/>
                          <a:sym typeface="Calibri"/>
                        </a:rPr>
                        <a:t>GPIO_1[2]</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a:t>
                      </a:r>
                      <a:endParaRPr sz="800" u="none" cap="none" strike="noStrike">
                        <a:latin typeface="Calibri"/>
                        <a:ea typeface="Calibri"/>
                        <a:cs typeface="Calibri"/>
                        <a:sym typeface="Calibri"/>
                      </a:endParaRPr>
                    </a:p>
                  </a:txBody>
                  <a:tcPr marT="13325" marB="0" marR="0" marL="0"/>
                </a:tc>
                <a:tc>
                  <a:txBody>
                    <a:bodyPr/>
                    <a:lstStyle/>
                    <a:p>
                      <a:pPr indent="0" lvl="0" marL="20066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4</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GPIO_1[3]	</a:t>
                      </a:r>
                      <a:r>
                        <a:rPr lang="en-US" sz="800" u="none" cap="none" strike="noStrike">
                          <a:solidFill>
                            <a:srgbClr val="006FC0"/>
                          </a:solidFill>
                          <a:latin typeface="Calibri"/>
                          <a:ea typeface="Calibri"/>
                          <a:cs typeface="Calibri"/>
                          <a:sym typeface="Calibri"/>
                        </a:rPr>
                        <a:t>PIN_AD26</a:t>
                      </a:r>
                      <a:endParaRPr sz="800" u="none" cap="none" strike="noStrike">
                        <a:latin typeface="Calibri"/>
                        <a:ea typeface="Calibri"/>
                        <a:cs typeface="Calibri"/>
                        <a:sym typeface="Calibri"/>
                      </a:endParaRPr>
                    </a:p>
                  </a:txBody>
                  <a:tcPr marT="1332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PIN_D8	</a:t>
                      </a:r>
                      <a:r>
                        <a:rPr lang="en-US" sz="800" u="none" cap="none" strike="noStrike">
                          <a:latin typeface="Calibri"/>
                          <a:ea typeface="Calibri"/>
                          <a:cs typeface="Calibri"/>
                          <a:sym typeface="Calibri"/>
                        </a:rPr>
                        <a:t>GPIO_0[4]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5</a:t>
                      </a:r>
                      <a:endParaRPr sz="800" u="none" cap="none" strike="noStrike">
                        <a:latin typeface="Calibri"/>
                        <a:ea typeface="Calibri"/>
                        <a:cs typeface="Calibri"/>
                        <a:sym typeface="Calibri"/>
                      </a:endParaRPr>
                    </a:p>
                  </a:txBody>
                  <a:tcPr marT="13325" marB="0" marR="0" marL="0"/>
                </a:tc>
                <a:tc>
                  <a:txBody>
                    <a:bodyPr/>
                    <a:lstStyle/>
                    <a:p>
                      <a:pPr indent="0" lvl="0" marL="64769" marR="0" rtl="0" algn="ct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6</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GPIO_0[5]	</a:t>
                      </a:r>
                      <a:r>
                        <a:rPr lang="en-US" sz="800" u="none" cap="none" strike="noStrike">
                          <a:solidFill>
                            <a:srgbClr val="006FC0"/>
                          </a:solidFill>
                          <a:latin typeface="Calibri"/>
                          <a:ea typeface="Calibri"/>
                          <a:cs typeface="Calibri"/>
                          <a:sym typeface="Calibri"/>
                        </a:rPr>
                        <a:t>PIN_AH13</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PIN_AG28	</a:t>
                      </a:r>
                      <a:r>
                        <a:rPr lang="en-US" sz="800" u="none" cap="none" strike="noStrike">
                          <a:latin typeface="Calibri"/>
                          <a:ea typeface="Calibri"/>
                          <a:cs typeface="Calibri"/>
                          <a:sym typeface="Calibri"/>
                        </a:rPr>
                        <a:t>GPIO_1[4]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5</a:t>
                      </a:r>
                      <a:endParaRPr sz="800" u="none" cap="none" strike="noStrike">
                        <a:latin typeface="Calibri"/>
                        <a:ea typeface="Calibri"/>
                        <a:cs typeface="Calibri"/>
                        <a:sym typeface="Calibri"/>
                      </a:endParaRPr>
                    </a:p>
                  </a:txBody>
                  <a:tcPr marT="13325" marB="0" marR="0" marL="0"/>
                </a:tc>
                <a:tc>
                  <a:txBody>
                    <a:bodyPr/>
                    <a:lstStyle/>
                    <a:p>
                      <a:pPr indent="0" lvl="0" marL="20066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6</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GPIO_1[5]	</a:t>
                      </a:r>
                      <a:r>
                        <a:rPr lang="en-US" sz="800" u="none" cap="none" strike="noStrike">
                          <a:solidFill>
                            <a:srgbClr val="006FC0"/>
                          </a:solidFill>
                          <a:latin typeface="Calibri"/>
                          <a:ea typeface="Calibri"/>
                          <a:cs typeface="Calibri"/>
                          <a:sym typeface="Calibri"/>
                        </a:rPr>
                        <a:t>PIN_AF28</a:t>
                      </a:r>
                      <a:endParaRPr sz="800" u="none" cap="none" strike="noStrike">
                        <a:latin typeface="Calibri"/>
                        <a:ea typeface="Calibri"/>
                        <a:cs typeface="Calibri"/>
                        <a:sym typeface="Calibri"/>
                      </a:endParaRPr>
                    </a:p>
                  </a:txBody>
                  <a:tcPr marT="13325" marB="0" marR="0" marL="0"/>
                </a:tc>
              </a:tr>
              <a:tr h="179075">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PIN_AF7	</a:t>
                      </a:r>
                      <a:r>
                        <a:rPr lang="en-US" sz="800" u="none" cap="none" strike="noStrike">
                          <a:latin typeface="Calibri"/>
                          <a:ea typeface="Calibri"/>
                          <a:cs typeface="Calibri"/>
                          <a:sym typeface="Calibri"/>
                        </a:rPr>
                        <a:t>GPIO_0[6]</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7</a:t>
                      </a:r>
                      <a:endParaRPr sz="800" u="none" cap="none" strike="noStrike">
                        <a:latin typeface="Calibri"/>
                        <a:ea typeface="Calibri"/>
                        <a:cs typeface="Calibri"/>
                        <a:sym typeface="Calibri"/>
                      </a:endParaRPr>
                    </a:p>
                  </a:txBody>
                  <a:tcPr marT="13975" marB="0" marR="0" marL="0"/>
                </a:tc>
                <a:tc>
                  <a:txBody>
                    <a:bodyPr/>
                    <a:lstStyle/>
                    <a:p>
                      <a:pPr indent="0" lvl="0" marL="64769" marR="0" rtl="0" algn="ct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8</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GPIO_0[7]	</a:t>
                      </a:r>
                      <a:r>
                        <a:rPr lang="en-US" sz="800" u="none" cap="none" strike="noStrike">
                          <a:solidFill>
                            <a:srgbClr val="006FC0"/>
                          </a:solidFill>
                          <a:latin typeface="Calibri"/>
                          <a:ea typeface="Calibri"/>
                          <a:cs typeface="Calibri"/>
                          <a:sym typeface="Calibri"/>
                        </a:rPr>
                        <a:t>PIN_AH14</a:t>
                      </a:r>
                      <a:endParaRPr sz="800" u="none" cap="none" strike="noStrike">
                        <a:latin typeface="Calibri"/>
                        <a:ea typeface="Calibri"/>
                        <a:cs typeface="Calibri"/>
                        <a:sym typeface="Calibri"/>
                      </a:endParaRPr>
                    </a:p>
                  </a:txBody>
                  <a:tcPr marT="1397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PIN_AE25	</a:t>
                      </a:r>
                      <a:r>
                        <a:rPr lang="en-US" sz="800" u="none" cap="none" strike="noStrike">
                          <a:latin typeface="Calibri"/>
                          <a:ea typeface="Calibri"/>
                          <a:cs typeface="Calibri"/>
                          <a:sym typeface="Calibri"/>
                        </a:rPr>
                        <a:t>GPIO_1[6]</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7</a:t>
                      </a:r>
                      <a:endParaRPr sz="800" u="none" cap="none" strike="noStrike">
                        <a:latin typeface="Calibri"/>
                        <a:ea typeface="Calibri"/>
                        <a:cs typeface="Calibri"/>
                        <a:sym typeface="Calibri"/>
                      </a:endParaRPr>
                    </a:p>
                  </a:txBody>
                  <a:tcPr marT="13975" marB="0" marR="0" marL="0"/>
                </a:tc>
                <a:tc>
                  <a:txBody>
                    <a:bodyPr/>
                    <a:lstStyle/>
                    <a:p>
                      <a:pPr indent="0" lvl="0" marL="20066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8</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GPIO_1[7]	</a:t>
                      </a:r>
                      <a:r>
                        <a:rPr lang="en-US" sz="800" u="none" cap="none" strike="noStrike">
                          <a:solidFill>
                            <a:srgbClr val="006FC0"/>
                          </a:solidFill>
                          <a:latin typeface="Calibri"/>
                          <a:ea typeface="Calibri"/>
                          <a:cs typeface="Calibri"/>
                          <a:sym typeface="Calibri"/>
                        </a:rPr>
                        <a:t>PIN_AF27</a:t>
                      </a:r>
                      <a:endParaRPr sz="800" u="none" cap="none" strike="noStrike">
                        <a:latin typeface="Calibri"/>
                        <a:ea typeface="Calibri"/>
                        <a:cs typeface="Calibri"/>
                        <a:sym typeface="Calibri"/>
                      </a:endParaRPr>
                    </a:p>
                  </a:txBody>
                  <a:tcPr marT="13975" marB="0" marR="0" marL="0"/>
                </a:tc>
              </a:tr>
              <a:tr h="178425">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PIN_AF4	</a:t>
                      </a:r>
                      <a:r>
                        <a:rPr lang="en-US" sz="800" u="none" cap="none" strike="noStrike">
                          <a:latin typeface="Calibri"/>
                          <a:ea typeface="Calibri"/>
                          <a:cs typeface="Calibri"/>
                          <a:sym typeface="Calibri"/>
                        </a:rPr>
                        <a:t>GPIO_0[8]</a:t>
                      </a:r>
                      <a:endParaRPr sz="800" u="none" cap="none" strike="noStrike">
                        <a:latin typeface="Calibri"/>
                        <a:ea typeface="Calibri"/>
                        <a:cs typeface="Calibri"/>
                        <a:sym typeface="Calibri"/>
                      </a:endParaRPr>
                    </a:p>
                  </a:txBody>
                  <a:tcPr marT="12700"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9</a:t>
                      </a:r>
                      <a:endParaRPr sz="800" u="none" cap="none" strike="noStrike">
                        <a:latin typeface="Calibri"/>
                        <a:ea typeface="Calibri"/>
                        <a:cs typeface="Calibri"/>
                        <a:sym typeface="Calibri"/>
                      </a:endParaRPr>
                    </a:p>
                  </a:txBody>
                  <a:tcPr marT="12700"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GPIO_0[9]	</a:t>
                      </a:r>
                      <a:r>
                        <a:rPr lang="en-US" sz="800" u="none" cap="none" strike="noStrike">
                          <a:solidFill>
                            <a:srgbClr val="006FC0"/>
                          </a:solidFill>
                          <a:latin typeface="Calibri"/>
                          <a:ea typeface="Calibri"/>
                          <a:cs typeface="Calibri"/>
                          <a:sym typeface="Calibri"/>
                        </a:rPr>
                        <a:t>PIN_AH3</a:t>
                      </a:r>
                      <a:endParaRPr sz="800" u="none" cap="none" strike="noStrike">
                        <a:latin typeface="Calibri"/>
                        <a:ea typeface="Calibri"/>
                        <a:cs typeface="Calibri"/>
                        <a:sym typeface="Calibri"/>
                      </a:endParaRPr>
                    </a:p>
                  </a:txBody>
                  <a:tcPr marT="12700"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PIN_AG26	</a:t>
                      </a:r>
                      <a:r>
                        <a:rPr lang="en-US" sz="800" u="none" cap="none" strike="noStrike">
                          <a:latin typeface="Calibri"/>
                          <a:ea typeface="Calibri"/>
                          <a:cs typeface="Calibri"/>
                          <a:sym typeface="Calibri"/>
                        </a:rPr>
                        <a:t>GPIO_1[8]</a:t>
                      </a:r>
                      <a:endParaRPr sz="800" u="none" cap="none" strike="noStrike">
                        <a:latin typeface="Calibri"/>
                        <a:ea typeface="Calibri"/>
                        <a:cs typeface="Calibri"/>
                        <a:sym typeface="Calibri"/>
                      </a:endParaRPr>
                    </a:p>
                  </a:txBody>
                  <a:tcPr marT="12700"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9</a:t>
                      </a:r>
                      <a:endParaRPr sz="800" u="none" cap="none" strike="noStrike">
                        <a:latin typeface="Calibri"/>
                        <a:ea typeface="Calibri"/>
                        <a:cs typeface="Calibri"/>
                        <a:sym typeface="Calibri"/>
                      </a:endParaRPr>
                    </a:p>
                  </a:txBody>
                  <a:tcPr marT="12700"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10</a:t>
                      </a:r>
                      <a:endParaRPr sz="800" u="none" cap="none" strike="noStrike">
                        <a:latin typeface="Calibri"/>
                        <a:ea typeface="Calibri"/>
                        <a:cs typeface="Calibri"/>
                        <a:sym typeface="Calibri"/>
                      </a:endParaRPr>
                    </a:p>
                  </a:txBody>
                  <a:tcPr marT="12700"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GPIO_1[9]	</a:t>
                      </a:r>
                      <a:r>
                        <a:rPr lang="en-US" sz="800" u="none" cap="none" strike="noStrike">
                          <a:solidFill>
                            <a:srgbClr val="006FC0"/>
                          </a:solidFill>
                          <a:latin typeface="Calibri"/>
                          <a:ea typeface="Calibri"/>
                          <a:cs typeface="Calibri"/>
                          <a:sym typeface="Calibri"/>
                        </a:rPr>
                        <a:t>PIN_AH27</a:t>
                      </a:r>
                      <a:endParaRPr sz="800" u="none" cap="none" strike="noStrike">
                        <a:latin typeface="Calibri"/>
                        <a:ea typeface="Calibri"/>
                        <a:cs typeface="Calibri"/>
                        <a:sym typeface="Calibri"/>
                      </a:endParaRPr>
                    </a:p>
                  </a:txBody>
                  <a:tcPr marT="12700" marB="0" marR="0" marL="0"/>
                </a:tc>
              </a:tr>
              <a:tr h="179700">
                <a:tc>
                  <a:txBody>
                    <a:bodyPr/>
                    <a:lstStyle/>
                    <a:p>
                      <a:pPr indent="0" lvl="0" marL="154940" marR="0" rtl="0" algn="ctr">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5V</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11</a:t>
                      </a:r>
                      <a:endParaRPr sz="800" u="none" cap="none" strike="noStrike">
                        <a:latin typeface="Calibri"/>
                        <a:ea typeface="Calibri"/>
                        <a:cs typeface="Calibri"/>
                        <a:sym typeface="Calibri"/>
                      </a:endParaRPr>
                    </a:p>
                  </a:txBody>
                  <a:tcPr marT="1397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12</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GND</a:t>
                      </a:r>
                      <a:endParaRPr sz="800" u="none" cap="none" strike="noStrike">
                        <a:latin typeface="Calibri"/>
                        <a:ea typeface="Calibri"/>
                        <a:cs typeface="Calibri"/>
                        <a:sym typeface="Calibri"/>
                      </a:endParaRPr>
                    </a:p>
                  </a:txBody>
                  <a:tcPr marT="13975" marB="0" marR="0" marL="0"/>
                </a:tc>
                <a:tc>
                  <a:txBody>
                    <a:bodyPr/>
                    <a:lstStyle/>
                    <a:p>
                      <a:pPr indent="0" lvl="0" marL="811530" marR="0" rtl="0" algn="l">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5V</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11</a:t>
                      </a:r>
                      <a:endParaRPr sz="800" u="none" cap="none" strike="noStrike">
                        <a:latin typeface="Calibri"/>
                        <a:ea typeface="Calibri"/>
                        <a:cs typeface="Calibri"/>
                        <a:sym typeface="Calibri"/>
                      </a:endParaRPr>
                    </a:p>
                  </a:txBody>
                  <a:tcPr marT="1397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12</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GND</a:t>
                      </a:r>
                      <a:endParaRPr sz="800" u="none" cap="none" strike="noStrike">
                        <a:latin typeface="Calibri"/>
                        <a:ea typeface="Calibri"/>
                        <a:cs typeface="Calibri"/>
                        <a:sym typeface="Calibri"/>
                      </a:endParaRPr>
                    </a:p>
                  </a:txBody>
                  <a:tcPr marT="1397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PIN_AD5	</a:t>
                      </a:r>
                      <a:r>
                        <a:rPr lang="en-US" sz="800" u="none" cap="none" strike="noStrike">
                          <a:latin typeface="Calibri"/>
                          <a:ea typeface="Calibri"/>
                          <a:cs typeface="Calibri"/>
                          <a:sym typeface="Calibri"/>
                        </a:rPr>
                        <a:t>GPIO_0[10]</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13</a:t>
                      </a:r>
                      <a:endParaRPr sz="800" u="none" cap="none" strike="noStrike">
                        <a:latin typeface="Calibri"/>
                        <a:ea typeface="Calibri"/>
                        <a:cs typeface="Calibri"/>
                        <a:sym typeface="Calibri"/>
                      </a:endParaRPr>
                    </a:p>
                  </a:txBody>
                  <a:tcPr marT="1332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14</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GPIO_0[11]	</a:t>
                      </a:r>
                      <a:r>
                        <a:rPr lang="en-US" sz="800" u="none" cap="none" strike="noStrike">
                          <a:solidFill>
                            <a:srgbClr val="006FC0"/>
                          </a:solidFill>
                          <a:latin typeface="Calibri"/>
                          <a:ea typeface="Calibri"/>
                          <a:cs typeface="Calibri"/>
                          <a:sym typeface="Calibri"/>
                        </a:rPr>
                        <a:t>PIN_AG14</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PIN_AG25	</a:t>
                      </a:r>
                      <a:r>
                        <a:rPr lang="en-US" sz="800" u="none" cap="none" strike="noStrike">
                          <a:latin typeface="Calibri"/>
                          <a:ea typeface="Calibri"/>
                          <a:cs typeface="Calibri"/>
                          <a:sym typeface="Calibri"/>
                        </a:rPr>
                        <a:t>GPIO_1[10]</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13</a:t>
                      </a:r>
                      <a:endParaRPr sz="800" u="none" cap="none" strike="noStrike">
                        <a:latin typeface="Calibri"/>
                        <a:ea typeface="Calibri"/>
                        <a:cs typeface="Calibri"/>
                        <a:sym typeface="Calibri"/>
                      </a:endParaRPr>
                    </a:p>
                  </a:txBody>
                  <a:tcPr marT="1332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14</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GPIO_1[11]	</a:t>
                      </a:r>
                      <a:r>
                        <a:rPr lang="en-US" sz="800" u="none" cap="none" strike="noStrike">
                          <a:solidFill>
                            <a:srgbClr val="006FC0"/>
                          </a:solidFill>
                          <a:latin typeface="Calibri"/>
                          <a:ea typeface="Calibri"/>
                          <a:cs typeface="Calibri"/>
                          <a:sym typeface="Calibri"/>
                        </a:rPr>
                        <a:t>PIN_AH26</a:t>
                      </a:r>
                      <a:endParaRPr sz="800" u="none" cap="none" strike="noStrike">
                        <a:latin typeface="Calibri"/>
                        <a:ea typeface="Calibri"/>
                        <a:cs typeface="Calibri"/>
                        <a:sym typeface="Calibri"/>
                      </a:endParaRPr>
                    </a:p>
                  </a:txBody>
                  <a:tcPr marT="1332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PIN_AE23	</a:t>
                      </a:r>
                      <a:r>
                        <a:rPr lang="en-US" sz="800" u="none" cap="none" strike="noStrike">
                          <a:latin typeface="Calibri"/>
                          <a:ea typeface="Calibri"/>
                          <a:cs typeface="Calibri"/>
                          <a:sym typeface="Calibri"/>
                        </a:rPr>
                        <a:t>GPIO_0[12]</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15</a:t>
                      </a:r>
                      <a:endParaRPr sz="800" u="none" cap="none" strike="noStrike">
                        <a:latin typeface="Calibri"/>
                        <a:ea typeface="Calibri"/>
                        <a:cs typeface="Calibri"/>
                        <a:sym typeface="Calibri"/>
                      </a:endParaRPr>
                    </a:p>
                  </a:txBody>
                  <a:tcPr marT="1332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16</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GPIO_0[13]	</a:t>
                      </a:r>
                      <a:r>
                        <a:rPr lang="en-US" sz="800" u="none" cap="none" strike="noStrike">
                          <a:solidFill>
                            <a:srgbClr val="006FC0"/>
                          </a:solidFill>
                          <a:latin typeface="Calibri"/>
                          <a:ea typeface="Calibri"/>
                          <a:cs typeface="Calibri"/>
                          <a:sym typeface="Calibri"/>
                        </a:rPr>
                        <a:t>PIN_AE6</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PIN_AH24	</a:t>
                      </a:r>
                      <a:r>
                        <a:rPr lang="en-US" sz="800" u="none" cap="none" strike="noStrike">
                          <a:latin typeface="Calibri"/>
                          <a:ea typeface="Calibri"/>
                          <a:cs typeface="Calibri"/>
                          <a:sym typeface="Calibri"/>
                        </a:rPr>
                        <a:t>GPIO_1[12]</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15</a:t>
                      </a:r>
                      <a:endParaRPr sz="800" u="none" cap="none" strike="noStrike">
                        <a:latin typeface="Calibri"/>
                        <a:ea typeface="Calibri"/>
                        <a:cs typeface="Calibri"/>
                        <a:sym typeface="Calibri"/>
                      </a:endParaRPr>
                    </a:p>
                  </a:txBody>
                  <a:tcPr marT="1332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16</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GPIO_1[13]	</a:t>
                      </a:r>
                      <a:r>
                        <a:rPr lang="en-US" sz="800" u="none" cap="none" strike="noStrike">
                          <a:solidFill>
                            <a:srgbClr val="006FC0"/>
                          </a:solidFill>
                          <a:latin typeface="Calibri"/>
                          <a:ea typeface="Calibri"/>
                          <a:cs typeface="Calibri"/>
                          <a:sym typeface="Calibri"/>
                        </a:rPr>
                        <a:t>PIN_AF25</a:t>
                      </a:r>
                      <a:endParaRPr sz="800" u="none" cap="none" strike="noStrike">
                        <a:latin typeface="Calibri"/>
                        <a:ea typeface="Calibri"/>
                        <a:cs typeface="Calibri"/>
                        <a:sym typeface="Calibri"/>
                      </a:endParaRPr>
                    </a:p>
                  </a:txBody>
                  <a:tcPr marT="1332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PIN_AD23	</a:t>
                      </a:r>
                      <a:r>
                        <a:rPr lang="en-US" sz="800" u="none" cap="none" strike="noStrike">
                          <a:latin typeface="Calibri"/>
                          <a:ea typeface="Calibri"/>
                          <a:cs typeface="Calibri"/>
                          <a:sym typeface="Calibri"/>
                        </a:rPr>
                        <a:t>GPIO_0[14]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17</a:t>
                      </a:r>
                      <a:endParaRPr sz="800" u="none" cap="none" strike="noStrike">
                        <a:latin typeface="Calibri"/>
                        <a:ea typeface="Calibri"/>
                        <a:cs typeface="Calibri"/>
                        <a:sym typeface="Calibri"/>
                      </a:endParaRPr>
                    </a:p>
                  </a:txBody>
                  <a:tcPr marT="1332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18</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GPIO_0[15]	</a:t>
                      </a:r>
                      <a:r>
                        <a:rPr lang="en-US" sz="800" u="none" cap="none" strike="noStrike">
                          <a:solidFill>
                            <a:srgbClr val="006FC0"/>
                          </a:solidFill>
                          <a:latin typeface="Calibri"/>
                          <a:ea typeface="Calibri"/>
                          <a:cs typeface="Calibri"/>
                          <a:sym typeface="Calibri"/>
                        </a:rPr>
                        <a:t>PIN_AE24</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PIN_AG23	</a:t>
                      </a:r>
                      <a:r>
                        <a:rPr lang="en-US" sz="800" u="none" cap="none" strike="noStrike">
                          <a:latin typeface="Calibri"/>
                          <a:ea typeface="Calibri"/>
                          <a:cs typeface="Calibri"/>
                          <a:sym typeface="Calibri"/>
                        </a:rPr>
                        <a:t>GPIO_1[14]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17</a:t>
                      </a:r>
                      <a:endParaRPr sz="800" u="none" cap="none" strike="noStrike">
                        <a:latin typeface="Calibri"/>
                        <a:ea typeface="Calibri"/>
                        <a:cs typeface="Calibri"/>
                        <a:sym typeface="Calibri"/>
                      </a:endParaRPr>
                    </a:p>
                  </a:txBody>
                  <a:tcPr marT="1332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18</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GPIO_1[15]	</a:t>
                      </a:r>
                      <a:r>
                        <a:rPr lang="en-US" sz="800" u="none" cap="none" strike="noStrike">
                          <a:solidFill>
                            <a:srgbClr val="006FC0"/>
                          </a:solidFill>
                          <a:latin typeface="Calibri"/>
                          <a:ea typeface="Calibri"/>
                          <a:cs typeface="Calibri"/>
                          <a:sym typeface="Calibri"/>
                        </a:rPr>
                        <a:t>PIN_AF23</a:t>
                      </a:r>
                      <a:endParaRPr sz="800" u="none" cap="none" strike="noStrike">
                        <a:latin typeface="Calibri"/>
                        <a:ea typeface="Calibri"/>
                        <a:cs typeface="Calibri"/>
                        <a:sym typeface="Calibri"/>
                      </a:endParaRPr>
                    </a:p>
                  </a:txBody>
                  <a:tcPr marT="1332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PIN_D12	</a:t>
                      </a:r>
                      <a:r>
                        <a:rPr lang="en-US" sz="800" u="none" cap="none" strike="noStrike">
                          <a:latin typeface="Calibri"/>
                          <a:ea typeface="Calibri"/>
                          <a:cs typeface="Calibri"/>
                          <a:sym typeface="Calibri"/>
                        </a:rPr>
                        <a:t>GPIO_0[16]</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19</a:t>
                      </a:r>
                      <a:endParaRPr sz="800" u="none" cap="none" strike="noStrike">
                        <a:latin typeface="Calibri"/>
                        <a:ea typeface="Calibri"/>
                        <a:cs typeface="Calibri"/>
                        <a:sym typeface="Calibri"/>
                      </a:endParaRPr>
                    </a:p>
                  </a:txBody>
                  <a:tcPr marT="1332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20</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GPIO_0[17]	</a:t>
                      </a:r>
                      <a:r>
                        <a:rPr lang="en-US" sz="800" u="none" cap="none" strike="noStrike">
                          <a:solidFill>
                            <a:srgbClr val="006FC0"/>
                          </a:solidFill>
                          <a:latin typeface="Calibri"/>
                          <a:ea typeface="Calibri"/>
                          <a:cs typeface="Calibri"/>
                          <a:sym typeface="Calibri"/>
                        </a:rPr>
                        <a:t>PIN_AD20</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PIN_AG24	</a:t>
                      </a:r>
                      <a:r>
                        <a:rPr lang="en-US" sz="800" u="none" cap="none" strike="noStrike">
                          <a:latin typeface="Calibri"/>
                          <a:ea typeface="Calibri"/>
                          <a:cs typeface="Calibri"/>
                          <a:sym typeface="Calibri"/>
                        </a:rPr>
                        <a:t>GPIO_1[16]</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19</a:t>
                      </a:r>
                      <a:endParaRPr sz="800" u="none" cap="none" strike="noStrike">
                        <a:latin typeface="Calibri"/>
                        <a:ea typeface="Calibri"/>
                        <a:cs typeface="Calibri"/>
                        <a:sym typeface="Calibri"/>
                      </a:endParaRPr>
                    </a:p>
                  </a:txBody>
                  <a:tcPr marT="1332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20</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GPIO_1[17]	</a:t>
                      </a:r>
                      <a:r>
                        <a:rPr lang="en-US" sz="800" u="none" cap="none" strike="noStrike">
                          <a:solidFill>
                            <a:srgbClr val="006FC0"/>
                          </a:solidFill>
                          <a:latin typeface="Calibri"/>
                          <a:ea typeface="Calibri"/>
                          <a:cs typeface="Calibri"/>
                          <a:sym typeface="Calibri"/>
                        </a:rPr>
                        <a:t>PIN_AH22</a:t>
                      </a:r>
                      <a:endParaRPr sz="800" u="none" cap="none" strike="noStrike">
                        <a:latin typeface="Calibri"/>
                        <a:ea typeface="Calibri"/>
                        <a:cs typeface="Calibri"/>
                        <a:sym typeface="Calibri"/>
                      </a:endParaRPr>
                    </a:p>
                  </a:txBody>
                  <a:tcPr marT="1332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PIN_C12	</a:t>
                      </a:r>
                      <a:r>
                        <a:rPr lang="en-US" sz="800" u="none" cap="none" strike="noStrike">
                          <a:latin typeface="Calibri"/>
                          <a:ea typeface="Calibri"/>
                          <a:cs typeface="Calibri"/>
                          <a:sym typeface="Calibri"/>
                        </a:rPr>
                        <a:t>GPIO_0[18]</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21</a:t>
                      </a:r>
                      <a:endParaRPr sz="800" u="none" cap="none" strike="noStrike">
                        <a:latin typeface="Calibri"/>
                        <a:ea typeface="Calibri"/>
                        <a:cs typeface="Calibri"/>
                        <a:sym typeface="Calibri"/>
                      </a:endParaRPr>
                    </a:p>
                  </a:txBody>
                  <a:tcPr marT="1397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22</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GPIO_0[19]	</a:t>
                      </a:r>
                      <a:r>
                        <a:rPr lang="en-US" sz="800" u="none" cap="none" strike="noStrike">
                          <a:solidFill>
                            <a:srgbClr val="006FC0"/>
                          </a:solidFill>
                          <a:latin typeface="Calibri"/>
                          <a:ea typeface="Calibri"/>
                          <a:cs typeface="Calibri"/>
                          <a:sym typeface="Calibri"/>
                        </a:rPr>
                        <a:t>PIN_AD17</a:t>
                      </a:r>
                      <a:endParaRPr sz="800" u="none" cap="none" strike="noStrike">
                        <a:latin typeface="Calibri"/>
                        <a:ea typeface="Calibri"/>
                        <a:cs typeface="Calibri"/>
                        <a:sym typeface="Calibri"/>
                      </a:endParaRPr>
                    </a:p>
                  </a:txBody>
                  <a:tcPr marT="1397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PIN_AH21	</a:t>
                      </a:r>
                      <a:r>
                        <a:rPr lang="en-US" sz="800" u="none" cap="none" strike="noStrike">
                          <a:latin typeface="Calibri"/>
                          <a:ea typeface="Calibri"/>
                          <a:cs typeface="Calibri"/>
                          <a:sym typeface="Calibri"/>
                        </a:rPr>
                        <a:t>GPIO_1[18]</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21</a:t>
                      </a:r>
                      <a:endParaRPr sz="800" u="none" cap="none" strike="noStrike">
                        <a:latin typeface="Calibri"/>
                        <a:ea typeface="Calibri"/>
                        <a:cs typeface="Calibri"/>
                        <a:sym typeface="Calibri"/>
                      </a:endParaRPr>
                    </a:p>
                  </a:txBody>
                  <a:tcPr marT="1397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22</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GPIO_1[19]	</a:t>
                      </a:r>
                      <a:r>
                        <a:rPr lang="en-US" sz="800" u="none" cap="none" strike="noStrike">
                          <a:solidFill>
                            <a:srgbClr val="006FC0"/>
                          </a:solidFill>
                          <a:latin typeface="Calibri"/>
                          <a:ea typeface="Calibri"/>
                          <a:cs typeface="Calibri"/>
                          <a:sym typeface="Calibri"/>
                        </a:rPr>
                        <a:t>PIN_AG21</a:t>
                      </a:r>
                      <a:endParaRPr sz="800" u="none" cap="none" strike="noStrike">
                        <a:latin typeface="Calibri"/>
                        <a:ea typeface="Calibri"/>
                        <a:cs typeface="Calibri"/>
                        <a:sym typeface="Calibri"/>
                      </a:endParaRPr>
                    </a:p>
                  </a:txBody>
                  <a:tcPr marT="1397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PIN_AC23	</a:t>
                      </a:r>
                      <a:r>
                        <a:rPr lang="en-US" sz="800" u="none" cap="none" strike="noStrike">
                          <a:latin typeface="Calibri"/>
                          <a:ea typeface="Calibri"/>
                          <a:cs typeface="Calibri"/>
                          <a:sym typeface="Calibri"/>
                        </a:rPr>
                        <a:t>GPIO_0[20]</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23</a:t>
                      </a:r>
                      <a:endParaRPr sz="800" u="none" cap="none" strike="noStrike">
                        <a:latin typeface="Calibri"/>
                        <a:ea typeface="Calibri"/>
                        <a:cs typeface="Calibri"/>
                        <a:sym typeface="Calibri"/>
                      </a:endParaRPr>
                    </a:p>
                  </a:txBody>
                  <a:tcPr marT="1397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24</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GPIO_0[21]	</a:t>
                      </a:r>
                      <a:r>
                        <a:rPr lang="en-US" sz="800" u="none" cap="none" strike="noStrike">
                          <a:solidFill>
                            <a:srgbClr val="006FC0"/>
                          </a:solidFill>
                          <a:latin typeface="Calibri"/>
                          <a:ea typeface="Calibri"/>
                          <a:cs typeface="Calibri"/>
                          <a:sym typeface="Calibri"/>
                        </a:rPr>
                        <a:t>PIN_AC22</a:t>
                      </a:r>
                      <a:endParaRPr sz="800" u="none" cap="none" strike="noStrike">
                        <a:latin typeface="Calibri"/>
                        <a:ea typeface="Calibri"/>
                        <a:cs typeface="Calibri"/>
                        <a:sym typeface="Calibri"/>
                      </a:endParaRPr>
                    </a:p>
                  </a:txBody>
                  <a:tcPr marT="1397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PIN_AH23	</a:t>
                      </a:r>
                      <a:r>
                        <a:rPr lang="en-US" sz="800" u="none" cap="none" strike="noStrike">
                          <a:latin typeface="Calibri"/>
                          <a:ea typeface="Calibri"/>
                          <a:cs typeface="Calibri"/>
                          <a:sym typeface="Calibri"/>
                        </a:rPr>
                        <a:t>GPIO_1[20]</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23</a:t>
                      </a:r>
                      <a:endParaRPr sz="800" u="none" cap="none" strike="noStrike">
                        <a:latin typeface="Calibri"/>
                        <a:ea typeface="Calibri"/>
                        <a:cs typeface="Calibri"/>
                        <a:sym typeface="Calibri"/>
                      </a:endParaRPr>
                    </a:p>
                  </a:txBody>
                  <a:tcPr marT="1397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24</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GPIO_1[21]	</a:t>
                      </a:r>
                      <a:r>
                        <a:rPr lang="en-US" sz="800" u="none" cap="none" strike="noStrike">
                          <a:solidFill>
                            <a:srgbClr val="006FC0"/>
                          </a:solidFill>
                          <a:latin typeface="Calibri"/>
                          <a:ea typeface="Calibri"/>
                          <a:cs typeface="Calibri"/>
                          <a:sym typeface="Calibri"/>
                        </a:rPr>
                        <a:t>PIN_AA20</a:t>
                      </a:r>
                      <a:endParaRPr sz="800" u="none" cap="none" strike="noStrike">
                        <a:latin typeface="Calibri"/>
                        <a:ea typeface="Calibri"/>
                        <a:cs typeface="Calibri"/>
                        <a:sym typeface="Calibri"/>
                      </a:endParaRPr>
                    </a:p>
                  </a:txBody>
                  <a:tcPr marT="1397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PIN_Y19	</a:t>
                      </a:r>
                      <a:r>
                        <a:rPr lang="en-US" sz="800" u="none" cap="none" strike="noStrike">
                          <a:latin typeface="Calibri"/>
                          <a:ea typeface="Calibri"/>
                          <a:cs typeface="Calibri"/>
                          <a:sym typeface="Calibri"/>
                        </a:rPr>
                        <a:t>GPIO_0[22]</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25</a:t>
                      </a:r>
                      <a:endParaRPr sz="800" u="none" cap="none" strike="noStrike">
                        <a:latin typeface="Calibri"/>
                        <a:ea typeface="Calibri"/>
                        <a:cs typeface="Calibri"/>
                        <a:sym typeface="Calibri"/>
                      </a:endParaRPr>
                    </a:p>
                  </a:txBody>
                  <a:tcPr marT="1332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26</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GPIO_0[23]	</a:t>
                      </a:r>
                      <a:r>
                        <a:rPr lang="en-US" sz="800" u="none" cap="none" strike="noStrike">
                          <a:solidFill>
                            <a:srgbClr val="006FC0"/>
                          </a:solidFill>
                          <a:latin typeface="Calibri"/>
                          <a:ea typeface="Calibri"/>
                          <a:cs typeface="Calibri"/>
                          <a:sym typeface="Calibri"/>
                        </a:rPr>
                        <a:t>PIN_AB23</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PIN_AF22	</a:t>
                      </a:r>
                      <a:r>
                        <a:rPr lang="en-US" sz="800" u="none" cap="none" strike="noStrike">
                          <a:latin typeface="Calibri"/>
                          <a:ea typeface="Calibri"/>
                          <a:cs typeface="Calibri"/>
                          <a:sym typeface="Calibri"/>
                        </a:rPr>
                        <a:t>GPIO_1[22]</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25</a:t>
                      </a:r>
                      <a:endParaRPr sz="800" u="none" cap="none" strike="noStrike">
                        <a:latin typeface="Calibri"/>
                        <a:ea typeface="Calibri"/>
                        <a:cs typeface="Calibri"/>
                        <a:sym typeface="Calibri"/>
                      </a:endParaRPr>
                    </a:p>
                  </a:txBody>
                  <a:tcPr marT="1332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26</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GPIO_1[23]	</a:t>
                      </a:r>
                      <a:r>
                        <a:rPr lang="en-US" sz="800" u="none" cap="none" strike="noStrike">
                          <a:solidFill>
                            <a:srgbClr val="006FC0"/>
                          </a:solidFill>
                          <a:latin typeface="Calibri"/>
                          <a:ea typeface="Calibri"/>
                          <a:cs typeface="Calibri"/>
                          <a:sym typeface="Calibri"/>
                        </a:rPr>
                        <a:t>PIN_AE22</a:t>
                      </a:r>
                      <a:endParaRPr sz="800" u="none" cap="none" strike="noStrike">
                        <a:latin typeface="Calibri"/>
                        <a:ea typeface="Calibri"/>
                        <a:cs typeface="Calibri"/>
                        <a:sym typeface="Calibri"/>
                      </a:endParaRPr>
                    </a:p>
                  </a:txBody>
                  <a:tcPr marT="1332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PIN_AA19	</a:t>
                      </a:r>
                      <a:r>
                        <a:rPr lang="en-US" sz="800" u="none" cap="none" strike="noStrike">
                          <a:latin typeface="Calibri"/>
                          <a:ea typeface="Calibri"/>
                          <a:cs typeface="Calibri"/>
                          <a:sym typeface="Calibri"/>
                        </a:rPr>
                        <a:t>GPIO_0[24]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27</a:t>
                      </a:r>
                      <a:endParaRPr sz="800" u="none" cap="none" strike="noStrike">
                        <a:latin typeface="Calibri"/>
                        <a:ea typeface="Calibri"/>
                        <a:cs typeface="Calibri"/>
                        <a:sym typeface="Calibri"/>
                      </a:endParaRPr>
                    </a:p>
                  </a:txBody>
                  <a:tcPr marT="1332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28</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GPIO_0[25]	</a:t>
                      </a:r>
                      <a:r>
                        <a:rPr lang="en-US" sz="800" u="none" cap="none" strike="noStrike">
                          <a:solidFill>
                            <a:srgbClr val="006FC0"/>
                          </a:solidFill>
                          <a:latin typeface="Calibri"/>
                          <a:ea typeface="Calibri"/>
                          <a:cs typeface="Calibri"/>
                          <a:sym typeface="Calibri"/>
                        </a:rPr>
                        <a:t>PIN_W11</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PIN_AG20	</a:t>
                      </a:r>
                      <a:r>
                        <a:rPr lang="en-US" sz="800" u="none" cap="none" strike="noStrike">
                          <a:latin typeface="Calibri"/>
                          <a:ea typeface="Calibri"/>
                          <a:cs typeface="Calibri"/>
                          <a:sym typeface="Calibri"/>
                        </a:rPr>
                        <a:t>GPIO_1[24]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27</a:t>
                      </a:r>
                      <a:endParaRPr sz="800" u="none" cap="none" strike="noStrike">
                        <a:latin typeface="Calibri"/>
                        <a:ea typeface="Calibri"/>
                        <a:cs typeface="Calibri"/>
                        <a:sym typeface="Calibri"/>
                      </a:endParaRPr>
                    </a:p>
                  </a:txBody>
                  <a:tcPr marT="1332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28</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GPIO_1[25]	</a:t>
                      </a:r>
                      <a:r>
                        <a:rPr lang="en-US" sz="800" u="none" cap="none" strike="noStrike">
                          <a:solidFill>
                            <a:srgbClr val="006FC0"/>
                          </a:solidFill>
                          <a:latin typeface="Calibri"/>
                          <a:ea typeface="Calibri"/>
                          <a:cs typeface="Calibri"/>
                          <a:sym typeface="Calibri"/>
                        </a:rPr>
                        <a:t>PIN_AF21</a:t>
                      </a:r>
                      <a:endParaRPr sz="800" u="none" cap="none" strike="noStrike">
                        <a:latin typeface="Calibri"/>
                        <a:ea typeface="Calibri"/>
                        <a:cs typeface="Calibri"/>
                        <a:sym typeface="Calibri"/>
                      </a:endParaRPr>
                    </a:p>
                  </a:txBody>
                  <a:tcPr marT="13325" marB="0" marR="0" marL="0"/>
                </a:tc>
              </a:tr>
              <a:tr h="179700">
                <a:tc>
                  <a:txBody>
                    <a:bodyPr/>
                    <a:lstStyle/>
                    <a:p>
                      <a:pPr indent="0" lvl="0" marL="589280" marR="0" rtl="0" algn="l">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3.3V</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29</a:t>
                      </a:r>
                      <a:endParaRPr sz="800" u="none" cap="none" strike="noStrike">
                        <a:latin typeface="Calibri"/>
                        <a:ea typeface="Calibri"/>
                        <a:cs typeface="Calibri"/>
                        <a:sym typeface="Calibri"/>
                      </a:endParaRPr>
                    </a:p>
                  </a:txBody>
                  <a:tcPr marT="1397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30</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GND</a:t>
                      </a:r>
                      <a:endParaRPr sz="800" u="none" cap="none" strike="noStrike">
                        <a:latin typeface="Calibri"/>
                        <a:ea typeface="Calibri"/>
                        <a:cs typeface="Calibri"/>
                        <a:sym typeface="Calibri"/>
                      </a:endParaRPr>
                    </a:p>
                  </a:txBody>
                  <a:tcPr marT="13975" marB="0" marR="0" marL="0"/>
                </a:tc>
                <a:tc>
                  <a:txBody>
                    <a:bodyPr/>
                    <a:lstStyle/>
                    <a:p>
                      <a:pPr indent="0" lvl="0" marL="811530" marR="0" rtl="0" algn="l">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3.3V</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29</a:t>
                      </a:r>
                      <a:endParaRPr sz="800" u="none" cap="none" strike="noStrike">
                        <a:latin typeface="Calibri"/>
                        <a:ea typeface="Calibri"/>
                        <a:cs typeface="Calibri"/>
                        <a:sym typeface="Calibri"/>
                      </a:endParaRPr>
                    </a:p>
                  </a:txBody>
                  <a:tcPr marT="1397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30</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b="1" lang="en-US" sz="800" u="none" cap="none" strike="noStrike">
                          <a:solidFill>
                            <a:srgbClr val="FF0000"/>
                          </a:solidFill>
                          <a:latin typeface="Calibri"/>
                          <a:ea typeface="Calibri"/>
                          <a:cs typeface="Calibri"/>
                          <a:sym typeface="Calibri"/>
                        </a:rPr>
                        <a:t>GND</a:t>
                      </a:r>
                      <a:endParaRPr sz="800" u="none" cap="none" strike="noStrike">
                        <a:latin typeface="Calibri"/>
                        <a:ea typeface="Calibri"/>
                        <a:cs typeface="Calibri"/>
                        <a:sym typeface="Calibri"/>
                      </a:endParaRPr>
                    </a:p>
                  </a:txBody>
                  <a:tcPr marT="13975" marB="0" marR="0" marL="0"/>
                </a:tc>
              </a:tr>
              <a:tr h="178425">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PIN_AA18	</a:t>
                      </a:r>
                      <a:r>
                        <a:rPr lang="en-US" sz="800" u="none" cap="none" strike="noStrike">
                          <a:latin typeface="Calibri"/>
                          <a:ea typeface="Calibri"/>
                          <a:cs typeface="Calibri"/>
                          <a:sym typeface="Calibri"/>
                        </a:rPr>
                        <a:t>GPIO_0[26]</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31</a:t>
                      </a:r>
                      <a:endParaRPr sz="800" u="none" cap="none" strike="noStrike">
                        <a:latin typeface="Calibri"/>
                        <a:ea typeface="Calibri"/>
                        <a:cs typeface="Calibri"/>
                        <a:sym typeface="Calibri"/>
                      </a:endParaRPr>
                    </a:p>
                  </a:txBody>
                  <a:tcPr marT="1397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32</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GPIO_0[27]	</a:t>
                      </a:r>
                      <a:r>
                        <a:rPr lang="en-US" sz="800" u="none" cap="none" strike="noStrike">
                          <a:solidFill>
                            <a:srgbClr val="006FC0"/>
                          </a:solidFill>
                          <a:latin typeface="Calibri"/>
                          <a:ea typeface="Calibri"/>
                          <a:cs typeface="Calibri"/>
                          <a:sym typeface="Calibri"/>
                        </a:rPr>
                        <a:t>PIN_W14</a:t>
                      </a:r>
                      <a:endParaRPr sz="800" u="none" cap="none" strike="noStrike">
                        <a:latin typeface="Calibri"/>
                        <a:ea typeface="Calibri"/>
                        <a:cs typeface="Calibri"/>
                        <a:sym typeface="Calibri"/>
                      </a:endParaRPr>
                    </a:p>
                  </a:txBody>
                  <a:tcPr marT="1397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PIN_AG19	</a:t>
                      </a:r>
                      <a:r>
                        <a:rPr lang="en-US" sz="800" u="none" cap="none" strike="noStrike">
                          <a:latin typeface="Calibri"/>
                          <a:ea typeface="Calibri"/>
                          <a:cs typeface="Calibri"/>
                          <a:sym typeface="Calibri"/>
                        </a:rPr>
                        <a:t>GPIO_1[26]</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31</a:t>
                      </a:r>
                      <a:endParaRPr sz="800" u="none" cap="none" strike="noStrike">
                        <a:latin typeface="Calibri"/>
                        <a:ea typeface="Calibri"/>
                        <a:cs typeface="Calibri"/>
                        <a:sym typeface="Calibri"/>
                      </a:endParaRPr>
                    </a:p>
                  </a:txBody>
                  <a:tcPr marT="1397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32</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GPIO_1[27]	</a:t>
                      </a:r>
                      <a:r>
                        <a:rPr lang="en-US" sz="800" u="none" cap="none" strike="noStrike">
                          <a:solidFill>
                            <a:srgbClr val="006FC0"/>
                          </a:solidFill>
                          <a:latin typeface="Calibri"/>
                          <a:ea typeface="Calibri"/>
                          <a:cs typeface="Calibri"/>
                          <a:sym typeface="Calibri"/>
                        </a:rPr>
                        <a:t>PIN_AH19</a:t>
                      </a:r>
                      <a:endParaRPr sz="800" u="none" cap="none" strike="noStrike">
                        <a:latin typeface="Calibri"/>
                        <a:ea typeface="Calibri"/>
                        <a:cs typeface="Calibri"/>
                        <a:sym typeface="Calibri"/>
                      </a:endParaRPr>
                    </a:p>
                  </a:txBody>
                  <a:tcPr marT="13975" marB="0" marR="0" marL="0"/>
                </a:tc>
              </a:tr>
              <a:tr h="178425">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PIN_Y18	</a:t>
                      </a:r>
                      <a:r>
                        <a:rPr lang="en-US" sz="800" u="none" cap="none" strike="noStrike">
                          <a:latin typeface="Calibri"/>
                          <a:ea typeface="Calibri"/>
                          <a:cs typeface="Calibri"/>
                          <a:sym typeface="Calibri"/>
                        </a:rPr>
                        <a:t>GPIO_0[28]</a:t>
                      </a:r>
                      <a:endParaRPr sz="800" u="none" cap="none" strike="noStrike">
                        <a:latin typeface="Calibri"/>
                        <a:ea typeface="Calibri"/>
                        <a:cs typeface="Calibri"/>
                        <a:sym typeface="Calibri"/>
                      </a:endParaRPr>
                    </a:p>
                  </a:txBody>
                  <a:tcPr marT="12700"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33</a:t>
                      </a:r>
                      <a:endParaRPr sz="800" u="none" cap="none" strike="noStrike">
                        <a:latin typeface="Calibri"/>
                        <a:ea typeface="Calibri"/>
                        <a:cs typeface="Calibri"/>
                        <a:sym typeface="Calibri"/>
                      </a:endParaRPr>
                    </a:p>
                  </a:txBody>
                  <a:tcPr marT="12700"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34</a:t>
                      </a:r>
                      <a:endParaRPr sz="800" u="none" cap="none" strike="noStrike">
                        <a:latin typeface="Calibri"/>
                        <a:ea typeface="Calibri"/>
                        <a:cs typeface="Calibri"/>
                        <a:sym typeface="Calibri"/>
                      </a:endParaRPr>
                    </a:p>
                  </a:txBody>
                  <a:tcPr marT="12700"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GPIO_0[29]	</a:t>
                      </a:r>
                      <a:r>
                        <a:rPr lang="en-US" sz="800" u="none" cap="none" strike="noStrike">
                          <a:solidFill>
                            <a:srgbClr val="006FC0"/>
                          </a:solidFill>
                          <a:latin typeface="Calibri"/>
                          <a:ea typeface="Calibri"/>
                          <a:cs typeface="Calibri"/>
                          <a:sym typeface="Calibri"/>
                        </a:rPr>
                        <a:t>PIN_Y17</a:t>
                      </a:r>
                      <a:endParaRPr sz="800" u="none" cap="none" strike="noStrike">
                        <a:latin typeface="Calibri"/>
                        <a:ea typeface="Calibri"/>
                        <a:cs typeface="Calibri"/>
                        <a:sym typeface="Calibri"/>
                      </a:endParaRPr>
                    </a:p>
                  </a:txBody>
                  <a:tcPr marT="12700"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PIN_AG18	</a:t>
                      </a:r>
                      <a:r>
                        <a:rPr lang="en-US" sz="800" u="none" cap="none" strike="noStrike">
                          <a:latin typeface="Calibri"/>
                          <a:ea typeface="Calibri"/>
                          <a:cs typeface="Calibri"/>
                          <a:sym typeface="Calibri"/>
                        </a:rPr>
                        <a:t>GPIO_1[28]</a:t>
                      </a:r>
                      <a:endParaRPr sz="800" u="none" cap="none" strike="noStrike">
                        <a:latin typeface="Calibri"/>
                        <a:ea typeface="Calibri"/>
                        <a:cs typeface="Calibri"/>
                        <a:sym typeface="Calibri"/>
                      </a:endParaRPr>
                    </a:p>
                  </a:txBody>
                  <a:tcPr marT="12700"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33</a:t>
                      </a:r>
                      <a:endParaRPr sz="800" u="none" cap="none" strike="noStrike">
                        <a:latin typeface="Calibri"/>
                        <a:ea typeface="Calibri"/>
                        <a:cs typeface="Calibri"/>
                        <a:sym typeface="Calibri"/>
                      </a:endParaRPr>
                    </a:p>
                  </a:txBody>
                  <a:tcPr marT="12700"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34</a:t>
                      </a:r>
                      <a:endParaRPr sz="800" u="none" cap="none" strike="noStrike">
                        <a:latin typeface="Calibri"/>
                        <a:ea typeface="Calibri"/>
                        <a:cs typeface="Calibri"/>
                        <a:sym typeface="Calibri"/>
                      </a:endParaRPr>
                    </a:p>
                  </a:txBody>
                  <a:tcPr marT="12700"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GPIO_1[29]	</a:t>
                      </a:r>
                      <a:r>
                        <a:rPr lang="en-US" sz="800" u="none" cap="none" strike="noStrike">
                          <a:solidFill>
                            <a:srgbClr val="006FC0"/>
                          </a:solidFill>
                          <a:latin typeface="Calibri"/>
                          <a:ea typeface="Calibri"/>
                          <a:cs typeface="Calibri"/>
                          <a:sym typeface="Calibri"/>
                        </a:rPr>
                        <a:t>PIN_AH18</a:t>
                      </a:r>
                      <a:endParaRPr sz="800" u="none" cap="none" strike="noStrike">
                        <a:latin typeface="Calibri"/>
                        <a:ea typeface="Calibri"/>
                        <a:cs typeface="Calibri"/>
                        <a:sym typeface="Calibri"/>
                      </a:endParaRPr>
                    </a:p>
                  </a:txBody>
                  <a:tcPr marT="12700"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PIN_AB25	</a:t>
                      </a:r>
                      <a:r>
                        <a:rPr lang="en-US" sz="800" u="none" cap="none" strike="noStrike">
                          <a:latin typeface="Calibri"/>
                          <a:ea typeface="Calibri"/>
                          <a:cs typeface="Calibri"/>
                          <a:sym typeface="Calibri"/>
                        </a:rPr>
                        <a:t>GPIO_0[30]</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35</a:t>
                      </a:r>
                      <a:endParaRPr sz="800" u="none" cap="none" strike="noStrike">
                        <a:latin typeface="Calibri"/>
                        <a:ea typeface="Calibri"/>
                        <a:cs typeface="Calibri"/>
                        <a:sym typeface="Calibri"/>
                      </a:endParaRPr>
                    </a:p>
                  </a:txBody>
                  <a:tcPr marT="1397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36</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GPIO_0[31]	</a:t>
                      </a:r>
                      <a:r>
                        <a:rPr lang="en-US" sz="800" u="none" cap="none" strike="noStrike">
                          <a:solidFill>
                            <a:srgbClr val="006FC0"/>
                          </a:solidFill>
                          <a:latin typeface="Calibri"/>
                          <a:ea typeface="Calibri"/>
                          <a:cs typeface="Calibri"/>
                          <a:sym typeface="Calibri"/>
                        </a:rPr>
                        <a:t>PIN_AB26</a:t>
                      </a:r>
                      <a:endParaRPr sz="800" u="none" cap="none" strike="noStrike">
                        <a:latin typeface="Calibri"/>
                        <a:ea typeface="Calibri"/>
                        <a:cs typeface="Calibri"/>
                        <a:sym typeface="Calibri"/>
                      </a:endParaRPr>
                    </a:p>
                  </a:txBody>
                  <a:tcPr marT="1397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PIN_AF18	</a:t>
                      </a:r>
                      <a:r>
                        <a:rPr lang="en-US" sz="800" u="none" cap="none" strike="noStrike">
                          <a:latin typeface="Calibri"/>
                          <a:ea typeface="Calibri"/>
                          <a:cs typeface="Calibri"/>
                          <a:sym typeface="Calibri"/>
                        </a:rPr>
                        <a:t>GPIO_1[30]</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35</a:t>
                      </a:r>
                      <a:endParaRPr sz="800" u="none" cap="none" strike="noStrike">
                        <a:latin typeface="Calibri"/>
                        <a:ea typeface="Calibri"/>
                        <a:cs typeface="Calibri"/>
                        <a:sym typeface="Calibri"/>
                      </a:endParaRPr>
                    </a:p>
                  </a:txBody>
                  <a:tcPr marT="1397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36</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GPIO_1[31]	</a:t>
                      </a:r>
                      <a:r>
                        <a:rPr lang="en-US" sz="800" u="none" cap="none" strike="noStrike">
                          <a:solidFill>
                            <a:srgbClr val="006FC0"/>
                          </a:solidFill>
                          <a:latin typeface="Calibri"/>
                          <a:ea typeface="Calibri"/>
                          <a:cs typeface="Calibri"/>
                          <a:sym typeface="Calibri"/>
                        </a:rPr>
                        <a:t>PIN_AF20</a:t>
                      </a:r>
                      <a:endParaRPr sz="800" u="none" cap="none" strike="noStrike">
                        <a:latin typeface="Calibri"/>
                        <a:ea typeface="Calibri"/>
                        <a:cs typeface="Calibri"/>
                        <a:sym typeface="Calibri"/>
                      </a:endParaRPr>
                    </a:p>
                  </a:txBody>
                  <a:tcPr marT="13975" marB="0" marR="0" marL="0"/>
                </a:tc>
              </a:tr>
              <a:tr h="179700">
                <a:tc>
                  <a:txBody>
                    <a:bodyPr/>
                    <a:lstStyle/>
                    <a:p>
                      <a:pPr indent="0" lvl="0" marL="31750"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PIN_Y11	</a:t>
                      </a:r>
                      <a:r>
                        <a:rPr lang="en-US" sz="800" u="none" cap="none" strike="noStrike">
                          <a:latin typeface="Calibri"/>
                          <a:ea typeface="Calibri"/>
                          <a:cs typeface="Calibri"/>
                          <a:sym typeface="Calibri"/>
                        </a:rPr>
                        <a:t>GPIO_0[32]</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37</a:t>
                      </a:r>
                      <a:endParaRPr sz="800" u="none" cap="none" strike="noStrike">
                        <a:latin typeface="Calibri"/>
                        <a:ea typeface="Calibri"/>
                        <a:cs typeface="Calibri"/>
                        <a:sym typeface="Calibri"/>
                      </a:endParaRPr>
                    </a:p>
                  </a:txBody>
                  <a:tcPr marT="13975" marB="0" marR="0" marL="0"/>
                </a:tc>
                <a:tc>
                  <a:txBody>
                    <a:bodyPr/>
                    <a:lstStyle/>
                    <a:p>
                      <a:pPr indent="0" lvl="0" marL="0" marR="62230"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38</a:t>
                      </a:r>
                      <a:endParaRPr sz="800" u="none" cap="none" strike="noStrike">
                        <a:latin typeface="Calibri"/>
                        <a:ea typeface="Calibri"/>
                        <a:cs typeface="Calibri"/>
                        <a:sym typeface="Calibri"/>
                      </a:endParaRPr>
                    </a:p>
                  </a:txBody>
                  <a:tcPr marT="13975" marB="0" marR="0" marL="0"/>
                </a:tc>
                <a:tc>
                  <a:txBody>
                    <a:bodyPr/>
                    <a:lstStyle/>
                    <a:p>
                      <a:pPr indent="0" lvl="0" marL="69850" marR="0" rtl="0" algn="l">
                        <a:lnSpc>
                          <a:spcPct val="100000"/>
                        </a:lnSpc>
                        <a:spcBef>
                          <a:spcPts val="0"/>
                        </a:spcBef>
                        <a:spcAft>
                          <a:spcPts val="0"/>
                        </a:spcAft>
                        <a:buNone/>
                      </a:pPr>
                      <a:r>
                        <a:rPr lang="en-US" sz="800" u="none" cap="none" strike="noStrike">
                          <a:latin typeface="Calibri"/>
                          <a:ea typeface="Calibri"/>
                          <a:cs typeface="Calibri"/>
                          <a:sym typeface="Calibri"/>
                        </a:rPr>
                        <a:t>GPIO_0[33]	</a:t>
                      </a:r>
                      <a:r>
                        <a:rPr lang="en-US" sz="800" u="none" cap="none" strike="noStrike">
                          <a:solidFill>
                            <a:srgbClr val="006FC0"/>
                          </a:solidFill>
                          <a:latin typeface="Calibri"/>
                          <a:ea typeface="Calibri"/>
                          <a:cs typeface="Calibri"/>
                          <a:sym typeface="Calibri"/>
                        </a:rPr>
                        <a:t>PIN_AA26</a:t>
                      </a:r>
                      <a:endParaRPr sz="800" u="none" cap="none" strike="noStrike">
                        <a:latin typeface="Calibri"/>
                        <a:ea typeface="Calibri"/>
                        <a:cs typeface="Calibri"/>
                        <a:sym typeface="Calibri"/>
                      </a:endParaRPr>
                    </a:p>
                  </a:txBody>
                  <a:tcPr marT="13975" marB="0" marR="0" marL="0"/>
                </a:tc>
                <a:tc>
                  <a:txBody>
                    <a:bodyPr/>
                    <a:lstStyle/>
                    <a:p>
                      <a:pPr indent="0" lvl="0" marL="229234" marR="0" rtl="0" algn="l">
                        <a:lnSpc>
                          <a:spcPct val="100000"/>
                        </a:lnSpc>
                        <a:spcBef>
                          <a:spcPts val="0"/>
                        </a:spcBef>
                        <a:spcAft>
                          <a:spcPts val="0"/>
                        </a:spcAft>
                        <a:buNone/>
                      </a:pPr>
                      <a:r>
                        <a:rPr lang="en-US" sz="800" u="none" cap="none" strike="noStrike">
                          <a:solidFill>
                            <a:srgbClr val="006FC0"/>
                          </a:solidFill>
                          <a:latin typeface="Calibri"/>
                          <a:ea typeface="Calibri"/>
                          <a:cs typeface="Calibri"/>
                          <a:sym typeface="Calibri"/>
                        </a:rPr>
                        <a:t>PIN_AG15	</a:t>
                      </a:r>
                      <a:r>
                        <a:rPr lang="en-US" sz="800" u="none" cap="none" strike="noStrike">
                          <a:latin typeface="Calibri"/>
                          <a:ea typeface="Calibri"/>
                          <a:cs typeface="Calibri"/>
                          <a:sym typeface="Calibri"/>
                        </a:rPr>
                        <a:t>GPIO_1[32]</a:t>
                      </a:r>
                      <a:endParaRPr sz="800" u="none" cap="none" strike="noStrike">
                        <a:latin typeface="Calibri"/>
                        <a:ea typeface="Calibri"/>
                        <a:cs typeface="Calibri"/>
                        <a:sym typeface="Calibri"/>
                      </a:endParaRPr>
                    </a:p>
                  </a:txBody>
                  <a:tcPr marT="13975" marB="0" marR="0" marL="0"/>
                </a:tc>
                <a:tc>
                  <a:txBody>
                    <a:bodyPr/>
                    <a:lstStyle/>
                    <a:p>
                      <a:pPr indent="0" lvl="0" marL="68580" marR="0" rtl="0" algn="l">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37</a:t>
                      </a:r>
                      <a:endParaRPr sz="800" u="none" cap="none" strike="noStrike">
                        <a:latin typeface="Calibri"/>
                        <a:ea typeface="Calibri"/>
                        <a:cs typeface="Calibri"/>
                        <a:sym typeface="Calibri"/>
                      </a:endParaRPr>
                    </a:p>
                  </a:txBody>
                  <a:tcPr marT="13975" marB="0" marR="0" marL="0"/>
                </a:tc>
                <a:tc>
                  <a:txBody>
                    <a:bodyPr/>
                    <a:lstStyle/>
                    <a:p>
                      <a:pPr indent="0" lvl="0" marL="0" marR="61594" rtl="0" algn="r">
                        <a:lnSpc>
                          <a:spcPct val="100000"/>
                        </a:lnSpc>
                        <a:spcBef>
                          <a:spcPts val="0"/>
                        </a:spcBef>
                        <a:spcAft>
                          <a:spcPts val="0"/>
                        </a:spcAft>
                        <a:buNone/>
                      </a:pPr>
                      <a:r>
                        <a:rPr lang="en-US" sz="800" u="none" cap="none" strike="noStrike">
                          <a:solidFill>
                            <a:srgbClr val="00AF50"/>
                          </a:solidFill>
                          <a:latin typeface="Calibri"/>
                          <a:ea typeface="Calibri"/>
                          <a:cs typeface="Calibri"/>
                          <a:sym typeface="Calibri"/>
                        </a:rPr>
                        <a:t>38</a:t>
                      </a:r>
                      <a:endParaRPr sz="800" u="none" cap="none" strike="noStrike">
                        <a:latin typeface="Calibri"/>
                        <a:ea typeface="Calibri"/>
                        <a:cs typeface="Calibri"/>
                        <a:sym typeface="Calibri"/>
                      </a:endParaRPr>
                    </a:p>
                  </a:txBody>
                  <a:tcPr marT="13975" marB="0" marR="0" marL="0"/>
                </a:tc>
                <a:tc>
                  <a:txBody>
                    <a:bodyPr/>
                    <a:lstStyle/>
                    <a:p>
                      <a:pPr indent="0" lvl="0" marL="67945" marR="0" rtl="0" algn="l">
                        <a:lnSpc>
                          <a:spcPct val="100000"/>
                        </a:lnSpc>
                        <a:spcBef>
                          <a:spcPts val="0"/>
                        </a:spcBef>
                        <a:spcAft>
                          <a:spcPts val="0"/>
                        </a:spcAft>
                        <a:buNone/>
                      </a:pPr>
                      <a:r>
                        <a:rPr lang="en-US" sz="800" u="none" cap="none" strike="noStrike">
                          <a:latin typeface="Calibri"/>
                          <a:ea typeface="Calibri"/>
                          <a:cs typeface="Calibri"/>
                          <a:sym typeface="Calibri"/>
                        </a:rPr>
                        <a:t>GPIO_1[33]	</a:t>
                      </a:r>
                      <a:r>
                        <a:rPr lang="en-US" sz="800" u="none" cap="none" strike="noStrike">
                          <a:solidFill>
                            <a:srgbClr val="006FC0"/>
                          </a:solidFill>
                          <a:latin typeface="Calibri"/>
                          <a:ea typeface="Calibri"/>
                          <a:cs typeface="Calibri"/>
                          <a:sym typeface="Calibri"/>
                        </a:rPr>
                        <a:t>PIN_AE20</a:t>
                      </a:r>
                      <a:endParaRPr sz="800" u="none" cap="none" strike="noStrike">
                        <a:latin typeface="Calibri"/>
                        <a:ea typeface="Calibri"/>
                        <a:cs typeface="Calibri"/>
                        <a:sym typeface="Calibri"/>
                      </a:endParaRPr>
                    </a:p>
                  </a:txBody>
                  <a:tcPr marT="13975" marB="0" marR="0" marL="0"/>
                </a:tc>
              </a:tr>
              <a:tr h="140325">
                <a:tc>
                  <a:txBody>
                    <a:bodyPr/>
                    <a:lstStyle/>
                    <a:p>
                      <a:pPr indent="0" lvl="0" marL="31750" marR="0" rtl="0" algn="l">
                        <a:lnSpc>
                          <a:spcPct val="112500"/>
                        </a:lnSpc>
                        <a:spcBef>
                          <a:spcPts val="0"/>
                        </a:spcBef>
                        <a:spcAft>
                          <a:spcPts val="0"/>
                        </a:spcAft>
                        <a:buNone/>
                      </a:pPr>
                      <a:r>
                        <a:rPr lang="en-US" sz="800" u="none" cap="none" strike="noStrike">
                          <a:solidFill>
                            <a:srgbClr val="006FC0"/>
                          </a:solidFill>
                          <a:latin typeface="Calibri"/>
                          <a:ea typeface="Calibri"/>
                          <a:cs typeface="Calibri"/>
                          <a:sym typeface="Calibri"/>
                        </a:rPr>
                        <a:t>PIN_AA13	</a:t>
                      </a:r>
                      <a:r>
                        <a:rPr lang="en-US" sz="800" u="none" cap="none" strike="noStrike">
                          <a:latin typeface="Calibri"/>
                          <a:ea typeface="Calibri"/>
                          <a:cs typeface="Calibri"/>
                          <a:sym typeface="Calibri"/>
                        </a:rPr>
                        <a:t>GPIO_0[34]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12500"/>
                        </a:lnSpc>
                        <a:spcBef>
                          <a:spcPts val="0"/>
                        </a:spcBef>
                        <a:spcAft>
                          <a:spcPts val="0"/>
                        </a:spcAft>
                        <a:buNone/>
                      </a:pPr>
                      <a:r>
                        <a:rPr lang="en-US" sz="800" u="none" cap="none" strike="noStrike">
                          <a:solidFill>
                            <a:srgbClr val="00AF50"/>
                          </a:solidFill>
                          <a:latin typeface="Calibri"/>
                          <a:ea typeface="Calibri"/>
                          <a:cs typeface="Calibri"/>
                          <a:sym typeface="Calibri"/>
                        </a:rPr>
                        <a:t>39</a:t>
                      </a:r>
                      <a:endParaRPr sz="800" u="none" cap="none" strike="noStrike">
                        <a:latin typeface="Calibri"/>
                        <a:ea typeface="Calibri"/>
                        <a:cs typeface="Calibri"/>
                        <a:sym typeface="Calibri"/>
                      </a:endParaRPr>
                    </a:p>
                  </a:txBody>
                  <a:tcPr marT="13325" marB="0" marR="0" marL="0"/>
                </a:tc>
                <a:tc>
                  <a:txBody>
                    <a:bodyPr/>
                    <a:lstStyle/>
                    <a:p>
                      <a:pPr indent="0" lvl="0" marL="0" marR="62230" rtl="0" algn="r">
                        <a:lnSpc>
                          <a:spcPct val="112500"/>
                        </a:lnSpc>
                        <a:spcBef>
                          <a:spcPts val="0"/>
                        </a:spcBef>
                        <a:spcAft>
                          <a:spcPts val="0"/>
                        </a:spcAft>
                        <a:buNone/>
                      </a:pPr>
                      <a:r>
                        <a:rPr lang="en-US" sz="800" u="none" cap="none" strike="noStrike">
                          <a:solidFill>
                            <a:srgbClr val="00AF50"/>
                          </a:solidFill>
                          <a:latin typeface="Calibri"/>
                          <a:ea typeface="Calibri"/>
                          <a:cs typeface="Calibri"/>
                          <a:sym typeface="Calibri"/>
                        </a:rPr>
                        <a:t>40</a:t>
                      </a:r>
                      <a:endParaRPr sz="800" u="none" cap="none" strike="noStrike">
                        <a:latin typeface="Calibri"/>
                        <a:ea typeface="Calibri"/>
                        <a:cs typeface="Calibri"/>
                        <a:sym typeface="Calibri"/>
                      </a:endParaRPr>
                    </a:p>
                  </a:txBody>
                  <a:tcPr marT="13325" marB="0" marR="0" marL="0"/>
                </a:tc>
                <a:tc>
                  <a:txBody>
                    <a:bodyPr/>
                    <a:lstStyle/>
                    <a:p>
                      <a:pPr indent="0" lvl="0" marL="69850" marR="0" rtl="0" algn="l">
                        <a:lnSpc>
                          <a:spcPct val="112500"/>
                        </a:lnSpc>
                        <a:spcBef>
                          <a:spcPts val="0"/>
                        </a:spcBef>
                        <a:spcAft>
                          <a:spcPts val="0"/>
                        </a:spcAft>
                        <a:buNone/>
                      </a:pPr>
                      <a:r>
                        <a:rPr lang="en-US" sz="800" u="none" cap="none" strike="noStrike">
                          <a:latin typeface="Calibri"/>
                          <a:ea typeface="Calibri"/>
                          <a:cs typeface="Calibri"/>
                          <a:sym typeface="Calibri"/>
                        </a:rPr>
                        <a:t>GPIO_0[35]	</a:t>
                      </a:r>
                      <a:r>
                        <a:rPr lang="en-US" sz="800" u="none" cap="none" strike="noStrike">
                          <a:solidFill>
                            <a:srgbClr val="006FC0"/>
                          </a:solidFill>
                          <a:latin typeface="Calibri"/>
                          <a:ea typeface="Calibri"/>
                          <a:cs typeface="Calibri"/>
                          <a:sym typeface="Calibri"/>
                        </a:rPr>
                        <a:t>PIN_AA11</a:t>
                      </a:r>
                      <a:endParaRPr sz="800" u="none" cap="none" strike="noStrike">
                        <a:latin typeface="Calibri"/>
                        <a:ea typeface="Calibri"/>
                        <a:cs typeface="Calibri"/>
                        <a:sym typeface="Calibri"/>
                      </a:endParaRPr>
                    </a:p>
                  </a:txBody>
                  <a:tcPr marT="13325" marB="0" marR="0" marL="0"/>
                </a:tc>
                <a:tc>
                  <a:txBody>
                    <a:bodyPr/>
                    <a:lstStyle/>
                    <a:p>
                      <a:pPr indent="0" lvl="0" marL="229234" marR="0" rtl="0" algn="l">
                        <a:lnSpc>
                          <a:spcPct val="112500"/>
                        </a:lnSpc>
                        <a:spcBef>
                          <a:spcPts val="0"/>
                        </a:spcBef>
                        <a:spcAft>
                          <a:spcPts val="0"/>
                        </a:spcAft>
                        <a:buNone/>
                      </a:pPr>
                      <a:r>
                        <a:rPr lang="en-US" sz="800" u="none" cap="none" strike="noStrike">
                          <a:solidFill>
                            <a:srgbClr val="006FC0"/>
                          </a:solidFill>
                          <a:latin typeface="Calibri"/>
                          <a:ea typeface="Calibri"/>
                          <a:cs typeface="Calibri"/>
                          <a:sym typeface="Calibri"/>
                        </a:rPr>
                        <a:t>PIN_AE19	</a:t>
                      </a:r>
                      <a:r>
                        <a:rPr lang="en-US" sz="800" u="none" cap="none" strike="noStrike">
                          <a:latin typeface="Calibri"/>
                          <a:ea typeface="Calibri"/>
                          <a:cs typeface="Calibri"/>
                          <a:sym typeface="Calibri"/>
                        </a:rPr>
                        <a:t>GPIO_1[34]</a:t>
                      </a:r>
                      <a:endParaRPr sz="800" u="none" cap="none" strike="noStrike">
                        <a:latin typeface="Calibri"/>
                        <a:ea typeface="Calibri"/>
                        <a:cs typeface="Calibri"/>
                        <a:sym typeface="Calibri"/>
                      </a:endParaRPr>
                    </a:p>
                  </a:txBody>
                  <a:tcPr marT="13325" marB="0" marR="0" marL="0"/>
                </a:tc>
                <a:tc>
                  <a:txBody>
                    <a:bodyPr/>
                    <a:lstStyle/>
                    <a:p>
                      <a:pPr indent="0" lvl="0" marL="68580" marR="0" rtl="0" algn="l">
                        <a:lnSpc>
                          <a:spcPct val="112500"/>
                        </a:lnSpc>
                        <a:spcBef>
                          <a:spcPts val="0"/>
                        </a:spcBef>
                        <a:spcAft>
                          <a:spcPts val="0"/>
                        </a:spcAft>
                        <a:buNone/>
                      </a:pPr>
                      <a:r>
                        <a:rPr lang="en-US" sz="800" u="none" cap="none" strike="noStrike">
                          <a:solidFill>
                            <a:srgbClr val="00AF50"/>
                          </a:solidFill>
                          <a:latin typeface="Calibri"/>
                          <a:ea typeface="Calibri"/>
                          <a:cs typeface="Calibri"/>
                          <a:sym typeface="Calibri"/>
                        </a:rPr>
                        <a:t>39</a:t>
                      </a:r>
                      <a:endParaRPr sz="800" u="none" cap="none" strike="noStrike">
                        <a:latin typeface="Calibri"/>
                        <a:ea typeface="Calibri"/>
                        <a:cs typeface="Calibri"/>
                        <a:sym typeface="Calibri"/>
                      </a:endParaRPr>
                    </a:p>
                  </a:txBody>
                  <a:tcPr marT="13325" marB="0" marR="0" marL="0"/>
                </a:tc>
                <a:tc>
                  <a:txBody>
                    <a:bodyPr/>
                    <a:lstStyle/>
                    <a:p>
                      <a:pPr indent="0" lvl="0" marL="0" marR="61594" rtl="0" algn="r">
                        <a:lnSpc>
                          <a:spcPct val="112500"/>
                        </a:lnSpc>
                        <a:spcBef>
                          <a:spcPts val="0"/>
                        </a:spcBef>
                        <a:spcAft>
                          <a:spcPts val="0"/>
                        </a:spcAft>
                        <a:buNone/>
                      </a:pPr>
                      <a:r>
                        <a:rPr lang="en-US" sz="800" u="none" cap="none" strike="noStrike">
                          <a:solidFill>
                            <a:srgbClr val="00AF50"/>
                          </a:solidFill>
                          <a:latin typeface="Calibri"/>
                          <a:ea typeface="Calibri"/>
                          <a:cs typeface="Calibri"/>
                          <a:sym typeface="Calibri"/>
                        </a:rPr>
                        <a:t>40</a:t>
                      </a:r>
                      <a:endParaRPr sz="800" u="none" cap="none" strike="noStrike">
                        <a:latin typeface="Calibri"/>
                        <a:ea typeface="Calibri"/>
                        <a:cs typeface="Calibri"/>
                        <a:sym typeface="Calibri"/>
                      </a:endParaRPr>
                    </a:p>
                  </a:txBody>
                  <a:tcPr marT="13325" marB="0" marR="0" marL="0"/>
                </a:tc>
                <a:tc>
                  <a:txBody>
                    <a:bodyPr/>
                    <a:lstStyle/>
                    <a:p>
                      <a:pPr indent="0" lvl="0" marL="67945" marR="0" rtl="0" algn="l">
                        <a:lnSpc>
                          <a:spcPct val="112500"/>
                        </a:lnSpc>
                        <a:spcBef>
                          <a:spcPts val="0"/>
                        </a:spcBef>
                        <a:spcAft>
                          <a:spcPts val="0"/>
                        </a:spcAft>
                        <a:buNone/>
                      </a:pPr>
                      <a:r>
                        <a:rPr lang="en-US" sz="800" u="none" cap="none" strike="noStrike">
                          <a:latin typeface="Calibri"/>
                          <a:ea typeface="Calibri"/>
                          <a:cs typeface="Calibri"/>
                          <a:sym typeface="Calibri"/>
                        </a:rPr>
                        <a:t>GPIO_1[35]	</a:t>
                      </a:r>
                      <a:r>
                        <a:rPr lang="en-US" sz="800" u="none" cap="none" strike="noStrike">
                          <a:solidFill>
                            <a:srgbClr val="006FC0"/>
                          </a:solidFill>
                          <a:latin typeface="Calibri"/>
                          <a:ea typeface="Calibri"/>
                          <a:cs typeface="Calibri"/>
                          <a:sym typeface="Calibri"/>
                        </a:rPr>
                        <a:t>PIN_AE17</a:t>
                      </a:r>
                      <a:endParaRPr sz="800" u="none" cap="none" strike="noStrike">
                        <a:latin typeface="Calibri"/>
                        <a:ea typeface="Calibri"/>
                        <a:cs typeface="Calibri"/>
                        <a:sym typeface="Calibri"/>
                      </a:endParaRPr>
                    </a:p>
                  </a:txBody>
                  <a:tcPr marT="13325" marB="0" marR="0" marL="0"/>
                </a:tc>
              </a:tr>
            </a:tbl>
          </a:graphicData>
        </a:graphic>
      </p:graphicFrame>
      <p:pic>
        <p:nvPicPr>
          <p:cNvPr id="164" name="Google Shape;164;p3"/>
          <p:cNvPicPr preferRelativeResize="0"/>
          <p:nvPr/>
        </p:nvPicPr>
        <p:blipFill rotWithShape="1">
          <a:blip r:embed="rId3">
            <a:alphaModFix/>
          </a:blip>
          <a:srcRect b="0" l="0" r="0" t="0"/>
          <a:stretch/>
        </p:blipFill>
        <p:spPr>
          <a:xfrm>
            <a:off x="2308970" y="177282"/>
            <a:ext cx="3681284" cy="237930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nvSpPr>
        <p:spPr>
          <a:xfrm>
            <a:off x="707542" y="229869"/>
            <a:ext cx="3629660" cy="635000"/>
          </a:xfrm>
          <a:prstGeom prst="rect">
            <a:avLst/>
          </a:prstGeom>
          <a:noFill/>
          <a:ln>
            <a:noFill/>
          </a:ln>
        </p:spPr>
        <p:txBody>
          <a:bodyPr anchorCtr="0" anchor="t" bIns="0" lIns="0" spcFirstLastPara="1" rIns="0" wrap="square" tIns="12050">
            <a:spAutoFit/>
          </a:bodyPr>
          <a:lstStyle/>
          <a:p>
            <a:pPr indent="0" lvl="0" marL="12700" marR="0" rtl="0" algn="ctr">
              <a:spcBef>
                <a:spcPts val="0"/>
              </a:spcBef>
              <a:spcAft>
                <a:spcPts val="0"/>
              </a:spcAft>
              <a:buClr>
                <a:schemeClr val="lt2"/>
              </a:buClr>
              <a:buSzPts val="4000"/>
              <a:buFont typeface="Lustria"/>
              <a:buNone/>
            </a:pPr>
            <a:r>
              <a:rPr lang="en-US" sz="4000">
                <a:solidFill>
                  <a:schemeClr val="lt2"/>
                </a:solidFill>
                <a:latin typeface="Lustria"/>
                <a:ea typeface="Lustria"/>
                <a:cs typeface="Lustria"/>
                <a:sym typeface="Lustria"/>
              </a:rPr>
              <a:t>FPGA Design Flow</a:t>
            </a:r>
            <a:endParaRPr sz="4000">
              <a:solidFill>
                <a:schemeClr val="lt2"/>
              </a:solidFill>
              <a:latin typeface="Lustria"/>
              <a:ea typeface="Lustria"/>
              <a:cs typeface="Lustria"/>
              <a:sym typeface="Lustria"/>
            </a:endParaRPr>
          </a:p>
        </p:txBody>
      </p:sp>
      <p:sp>
        <p:nvSpPr>
          <p:cNvPr id="170" name="Google Shape;170;p4"/>
          <p:cNvSpPr txBox="1"/>
          <p:nvPr/>
        </p:nvSpPr>
        <p:spPr>
          <a:xfrm>
            <a:off x="3798589" y="1054593"/>
            <a:ext cx="1141730" cy="390525"/>
          </a:xfrm>
          <a:prstGeom prst="rect">
            <a:avLst/>
          </a:prstGeom>
          <a:noFill/>
          <a:ln cap="flat" cmpd="sng" w="28575">
            <a:solidFill>
              <a:srgbClr val="887855"/>
            </a:solidFill>
            <a:prstDash val="solid"/>
            <a:round/>
            <a:headEnd len="sm" w="sm" type="none"/>
            <a:tailEnd len="sm" w="sm" type="none"/>
          </a:ln>
        </p:spPr>
        <p:txBody>
          <a:bodyPr anchorCtr="0" anchor="t" bIns="0" lIns="0" spcFirstLastPara="1" rIns="0" wrap="square" tIns="1900">
            <a:spAutoFit/>
          </a:bodyPr>
          <a:lstStyle/>
          <a:p>
            <a:pPr indent="225425" lvl="0" marL="135255" marR="130810" rtl="0" algn="l">
              <a:lnSpc>
                <a:spcPct val="100000"/>
              </a:lnSpc>
              <a:spcBef>
                <a:spcPts val="0"/>
              </a:spcBef>
              <a:spcAft>
                <a:spcPts val="0"/>
              </a:spcAft>
              <a:buNone/>
            </a:pPr>
            <a:r>
              <a:rPr lang="en-US" sz="1200">
                <a:solidFill>
                  <a:schemeClr val="lt1"/>
                </a:solidFill>
                <a:latin typeface="Calibri"/>
                <a:ea typeface="Calibri"/>
                <a:cs typeface="Calibri"/>
                <a:sym typeface="Calibri"/>
              </a:rPr>
              <a:t>Design Requirements</a:t>
            </a:r>
            <a:endParaRPr sz="1200">
              <a:solidFill>
                <a:schemeClr val="lt1"/>
              </a:solidFill>
              <a:latin typeface="Calibri"/>
              <a:ea typeface="Calibri"/>
              <a:cs typeface="Calibri"/>
              <a:sym typeface="Calibri"/>
            </a:endParaRPr>
          </a:p>
        </p:txBody>
      </p:sp>
      <p:sp>
        <p:nvSpPr>
          <p:cNvPr id="171" name="Google Shape;171;p4"/>
          <p:cNvSpPr txBox="1"/>
          <p:nvPr/>
        </p:nvSpPr>
        <p:spPr>
          <a:xfrm>
            <a:off x="5868790" y="2896244"/>
            <a:ext cx="1036319" cy="579120"/>
          </a:xfrm>
          <a:prstGeom prst="rect">
            <a:avLst/>
          </a:prstGeom>
          <a:noFill/>
          <a:ln cap="flat" cmpd="sng" w="28575">
            <a:solidFill>
              <a:srgbClr val="B69835"/>
            </a:solidFill>
            <a:prstDash val="solid"/>
            <a:round/>
            <a:headEnd len="sm" w="sm" type="none"/>
            <a:tailEnd len="sm" w="sm" type="none"/>
          </a:ln>
        </p:spPr>
        <p:txBody>
          <a:bodyPr anchorCtr="0" anchor="t" bIns="0" lIns="0" spcFirstLastPara="1" rIns="0" wrap="square" tIns="6350">
            <a:spAutoFit/>
          </a:bodyPr>
          <a:lstStyle/>
          <a:p>
            <a:pPr indent="0" lvl="0" marL="191135" marR="185420" rtl="0" algn="ctr">
              <a:lnSpc>
                <a:spcPct val="100000"/>
              </a:lnSpc>
              <a:spcBef>
                <a:spcPts val="0"/>
              </a:spcBef>
              <a:spcAft>
                <a:spcPts val="0"/>
              </a:spcAft>
              <a:buNone/>
            </a:pPr>
            <a:r>
              <a:rPr lang="en-US" sz="1200">
                <a:solidFill>
                  <a:schemeClr val="lt1"/>
                </a:solidFill>
                <a:latin typeface="Calibri"/>
                <a:ea typeface="Calibri"/>
                <a:cs typeface="Calibri"/>
                <a:sym typeface="Calibri"/>
              </a:rPr>
              <a:t>Functional (RTL)</a:t>
            </a:r>
            <a:endParaRPr sz="1200">
              <a:solidFill>
                <a:schemeClr val="lt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1200">
                <a:solidFill>
                  <a:schemeClr val="lt1"/>
                </a:solidFill>
                <a:latin typeface="Calibri"/>
                <a:ea typeface="Calibri"/>
                <a:cs typeface="Calibri"/>
                <a:sym typeface="Calibri"/>
              </a:rPr>
              <a:t>Simulation</a:t>
            </a:r>
            <a:endParaRPr sz="1200">
              <a:solidFill>
                <a:schemeClr val="lt1"/>
              </a:solidFill>
              <a:latin typeface="Calibri"/>
              <a:ea typeface="Calibri"/>
              <a:cs typeface="Calibri"/>
              <a:sym typeface="Calibri"/>
            </a:endParaRPr>
          </a:p>
        </p:txBody>
      </p:sp>
      <p:sp>
        <p:nvSpPr>
          <p:cNvPr id="172" name="Google Shape;172;p4"/>
          <p:cNvSpPr txBox="1"/>
          <p:nvPr/>
        </p:nvSpPr>
        <p:spPr>
          <a:xfrm>
            <a:off x="5909004" y="4486527"/>
            <a:ext cx="1036319" cy="388620"/>
          </a:xfrm>
          <a:prstGeom prst="rect">
            <a:avLst/>
          </a:prstGeom>
          <a:noFill/>
          <a:ln cap="flat" cmpd="sng" w="28575">
            <a:solidFill>
              <a:srgbClr val="B69835"/>
            </a:solidFill>
            <a:prstDash val="solid"/>
            <a:round/>
            <a:headEnd len="sm" w="sm" type="none"/>
            <a:tailEnd len="sm" w="sm" type="none"/>
          </a:ln>
        </p:spPr>
        <p:txBody>
          <a:bodyPr anchorCtr="0" anchor="t" bIns="0" lIns="0" spcFirstLastPara="1" rIns="0" wrap="square" tIns="2525">
            <a:spAutoFit/>
          </a:bodyPr>
          <a:lstStyle/>
          <a:p>
            <a:pPr indent="-149859" lvl="0" marL="268605" marR="113664" rtl="0" algn="l">
              <a:lnSpc>
                <a:spcPct val="100000"/>
              </a:lnSpc>
              <a:spcBef>
                <a:spcPts val="0"/>
              </a:spcBef>
              <a:spcAft>
                <a:spcPts val="0"/>
              </a:spcAft>
              <a:buNone/>
            </a:pPr>
            <a:r>
              <a:rPr lang="en-US" sz="1200">
                <a:solidFill>
                  <a:schemeClr val="lt1"/>
                </a:solidFill>
                <a:latin typeface="Calibri"/>
                <a:ea typeface="Calibri"/>
                <a:cs typeface="Calibri"/>
                <a:sym typeface="Calibri"/>
              </a:rPr>
              <a:t>Static Timing Analysis</a:t>
            </a:r>
            <a:endParaRPr sz="1200">
              <a:solidFill>
                <a:schemeClr val="lt1"/>
              </a:solidFill>
              <a:latin typeface="Calibri"/>
              <a:ea typeface="Calibri"/>
              <a:cs typeface="Calibri"/>
              <a:sym typeface="Calibri"/>
            </a:endParaRPr>
          </a:p>
        </p:txBody>
      </p:sp>
      <p:sp>
        <p:nvSpPr>
          <p:cNvPr id="173" name="Google Shape;173;p4"/>
          <p:cNvSpPr txBox="1"/>
          <p:nvPr/>
        </p:nvSpPr>
        <p:spPr>
          <a:xfrm>
            <a:off x="3849225" y="5033788"/>
            <a:ext cx="1036319" cy="372538"/>
          </a:xfrm>
          <a:prstGeom prst="rect">
            <a:avLst/>
          </a:prstGeom>
          <a:noFill/>
          <a:ln cap="flat" cmpd="sng" w="28575">
            <a:solidFill>
              <a:srgbClr val="887855"/>
            </a:solidFill>
            <a:prstDash val="solid"/>
            <a:round/>
            <a:headEnd len="sm" w="sm" type="none"/>
            <a:tailEnd len="sm" w="sm" type="none"/>
          </a:ln>
        </p:spPr>
        <p:txBody>
          <a:bodyPr anchorCtr="0" anchor="t" bIns="0" lIns="0" spcFirstLastPara="1" rIns="0" wrap="square" tIns="3175">
            <a:spAutoFit/>
          </a:bodyPr>
          <a:lstStyle/>
          <a:p>
            <a:pPr indent="-5080" lvl="0" marL="99695" marR="88265" rtl="0" algn="l">
              <a:lnSpc>
                <a:spcPct val="100000"/>
              </a:lnSpc>
              <a:spcBef>
                <a:spcPts val="0"/>
              </a:spcBef>
              <a:spcAft>
                <a:spcPts val="0"/>
              </a:spcAft>
              <a:buNone/>
            </a:pPr>
            <a:r>
              <a:rPr lang="en-US" sz="1200">
                <a:solidFill>
                  <a:schemeClr val="lt1"/>
                </a:solidFill>
                <a:latin typeface="Calibri"/>
                <a:ea typeface="Calibri"/>
                <a:cs typeface="Calibri"/>
                <a:sym typeface="Calibri"/>
              </a:rPr>
              <a:t>Generate Bit Stream File</a:t>
            </a:r>
            <a:endParaRPr sz="1200">
              <a:solidFill>
                <a:schemeClr val="lt1"/>
              </a:solidFill>
              <a:latin typeface="Calibri"/>
              <a:ea typeface="Calibri"/>
              <a:cs typeface="Calibri"/>
              <a:sym typeface="Calibri"/>
            </a:endParaRPr>
          </a:p>
        </p:txBody>
      </p:sp>
      <p:sp>
        <p:nvSpPr>
          <p:cNvPr id="174" name="Google Shape;174;p4"/>
          <p:cNvSpPr txBox="1"/>
          <p:nvPr/>
        </p:nvSpPr>
        <p:spPr>
          <a:xfrm>
            <a:off x="3849225" y="6067277"/>
            <a:ext cx="1036319" cy="464871"/>
          </a:xfrm>
          <a:prstGeom prst="rect">
            <a:avLst/>
          </a:prstGeom>
          <a:noFill/>
          <a:ln cap="flat" cmpd="sng" w="28575">
            <a:solidFill>
              <a:srgbClr val="887855"/>
            </a:solidFill>
            <a:prstDash val="solid"/>
            <a:round/>
            <a:headEnd len="sm" w="sm" type="none"/>
            <a:tailEnd len="sm" w="sm" type="none"/>
          </a:ln>
        </p:spPr>
        <p:txBody>
          <a:bodyPr anchorCtr="0" anchor="t" bIns="0" lIns="0" spcFirstLastPara="1" rIns="0" wrap="square" tIns="94600">
            <a:spAutoFit/>
          </a:bodyPr>
          <a:lstStyle/>
          <a:p>
            <a:pPr indent="0" lvl="0" marL="156210" marR="0" rtl="0" algn="l">
              <a:lnSpc>
                <a:spcPct val="100000"/>
              </a:lnSpc>
              <a:spcBef>
                <a:spcPts val="0"/>
              </a:spcBef>
              <a:spcAft>
                <a:spcPts val="0"/>
              </a:spcAft>
              <a:buNone/>
            </a:pPr>
            <a:r>
              <a:rPr lang="en-US" sz="1200">
                <a:solidFill>
                  <a:schemeClr val="lt1"/>
                </a:solidFill>
                <a:latin typeface="Calibri"/>
                <a:ea typeface="Calibri"/>
                <a:cs typeface="Calibri"/>
                <a:sym typeface="Calibri"/>
              </a:rPr>
              <a:t>Upload on FPGA BOARD</a:t>
            </a:r>
            <a:endParaRPr sz="1200">
              <a:solidFill>
                <a:schemeClr val="lt1"/>
              </a:solidFill>
              <a:latin typeface="Calibri"/>
              <a:ea typeface="Calibri"/>
              <a:cs typeface="Calibri"/>
              <a:sym typeface="Calibri"/>
            </a:endParaRPr>
          </a:p>
        </p:txBody>
      </p:sp>
      <p:sp>
        <p:nvSpPr>
          <p:cNvPr id="175" name="Google Shape;175;p4"/>
          <p:cNvSpPr/>
          <p:nvPr/>
        </p:nvSpPr>
        <p:spPr>
          <a:xfrm>
            <a:off x="4940318" y="6275297"/>
            <a:ext cx="627380" cy="76200"/>
          </a:xfrm>
          <a:custGeom>
            <a:rect b="b" l="l" r="r" t="t"/>
            <a:pathLst>
              <a:path extrusionOk="0" h="76200" w="627379">
                <a:moveTo>
                  <a:pt x="615452" y="31584"/>
                </a:moveTo>
                <a:lnTo>
                  <a:pt x="563372" y="31584"/>
                </a:lnTo>
                <a:lnTo>
                  <a:pt x="563499" y="44284"/>
                </a:lnTo>
                <a:lnTo>
                  <a:pt x="550756" y="44450"/>
                </a:lnTo>
                <a:lnTo>
                  <a:pt x="551180" y="76200"/>
                </a:lnTo>
                <a:lnTo>
                  <a:pt x="626872" y="37109"/>
                </a:lnTo>
                <a:lnTo>
                  <a:pt x="615452" y="31584"/>
                </a:lnTo>
                <a:close/>
              </a:path>
              <a:path extrusionOk="0" h="76200" w="627379">
                <a:moveTo>
                  <a:pt x="550587" y="31750"/>
                </a:moveTo>
                <a:lnTo>
                  <a:pt x="0" y="38900"/>
                </a:lnTo>
                <a:lnTo>
                  <a:pt x="254" y="51600"/>
                </a:lnTo>
                <a:lnTo>
                  <a:pt x="550756" y="44450"/>
                </a:lnTo>
                <a:lnTo>
                  <a:pt x="550587" y="31750"/>
                </a:lnTo>
                <a:close/>
              </a:path>
              <a:path extrusionOk="0" h="76200" w="627379">
                <a:moveTo>
                  <a:pt x="563372" y="31584"/>
                </a:moveTo>
                <a:lnTo>
                  <a:pt x="550587" y="31750"/>
                </a:lnTo>
                <a:lnTo>
                  <a:pt x="550756" y="44450"/>
                </a:lnTo>
                <a:lnTo>
                  <a:pt x="563499" y="44284"/>
                </a:lnTo>
                <a:lnTo>
                  <a:pt x="563372" y="31584"/>
                </a:lnTo>
                <a:close/>
              </a:path>
              <a:path extrusionOk="0" h="76200" w="627379">
                <a:moveTo>
                  <a:pt x="550163" y="0"/>
                </a:moveTo>
                <a:lnTo>
                  <a:pt x="550587" y="31750"/>
                </a:lnTo>
                <a:lnTo>
                  <a:pt x="563372" y="31584"/>
                </a:lnTo>
                <a:lnTo>
                  <a:pt x="615452" y="31584"/>
                </a:lnTo>
                <a:lnTo>
                  <a:pt x="550163"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sp>
        <p:nvSpPr>
          <p:cNvPr id="176" name="Google Shape;176;p4"/>
          <p:cNvSpPr txBox="1"/>
          <p:nvPr/>
        </p:nvSpPr>
        <p:spPr>
          <a:xfrm>
            <a:off x="3421379" y="2071360"/>
            <a:ext cx="1777142" cy="556563"/>
          </a:xfrm>
          <a:prstGeom prst="rect">
            <a:avLst/>
          </a:prstGeom>
          <a:noFill/>
          <a:ln cap="flat" cmpd="sng" w="28575">
            <a:solidFill>
              <a:srgbClr val="887855"/>
            </a:solidFill>
            <a:prstDash val="solid"/>
            <a:round/>
            <a:headEnd len="sm" w="sm" type="none"/>
            <a:tailEnd len="sm" w="sm" type="none"/>
          </a:ln>
        </p:spPr>
        <p:txBody>
          <a:bodyPr anchorCtr="0" anchor="t" bIns="0" lIns="0" spcFirstLastPara="1" rIns="0" wrap="square" tIns="2525">
            <a:spAutoFit/>
          </a:bodyPr>
          <a:lstStyle/>
          <a:p>
            <a:pPr indent="397510" lvl="0" marL="135890" marR="132080" rtl="0" algn="l">
              <a:lnSpc>
                <a:spcPct val="100000"/>
              </a:lnSpc>
              <a:spcBef>
                <a:spcPts val="0"/>
              </a:spcBef>
              <a:spcAft>
                <a:spcPts val="0"/>
              </a:spcAft>
              <a:buNone/>
            </a:pPr>
            <a:r>
              <a:t/>
            </a:r>
            <a:endParaRPr sz="1200">
              <a:solidFill>
                <a:schemeClr val="lt1"/>
              </a:solidFill>
              <a:latin typeface="Calibri"/>
              <a:ea typeface="Calibri"/>
              <a:cs typeface="Calibri"/>
              <a:sym typeface="Calibri"/>
            </a:endParaRPr>
          </a:p>
          <a:p>
            <a:pPr indent="397510" lvl="0" marL="135890" marR="132080" rtl="0" algn="l">
              <a:lnSpc>
                <a:spcPct val="100000"/>
              </a:lnSpc>
              <a:spcBef>
                <a:spcPts val="20"/>
              </a:spcBef>
              <a:spcAft>
                <a:spcPts val="0"/>
              </a:spcAft>
              <a:buNone/>
            </a:pPr>
            <a:r>
              <a:rPr lang="en-US" sz="1200">
                <a:solidFill>
                  <a:schemeClr val="lt1"/>
                </a:solidFill>
                <a:latin typeface="Calibri"/>
                <a:ea typeface="Calibri"/>
                <a:cs typeface="Calibri"/>
                <a:sym typeface="Calibri"/>
              </a:rPr>
              <a:t>Design Synthesis</a:t>
            </a:r>
            <a:endParaRPr/>
          </a:p>
          <a:p>
            <a:pPr indent="397510" lvl="0" marL="135890" marR="132080" rtl="0" algn="l">
              <a:lnSpc>
                <a:spcPct val="100000"/>
              </a:lnSpc>
              <a:spcBef>
                <a:spcPts val="20"/>
              </a:spcBef>
              <a:spcAft>
                <a:spcPts val="0"/>
              </a:spcAft>
              <a:buNone/>
            </a:pPr>
            <a:r>
              <a:t/>
            </a:r>
            <a:endParaRPr sz="1200">
              <a:solidFill>
                <a:schemeClr val="lt1"/>
              </a:solidFill>
              <a:latin typeface="Calibri"/>
              <a:ea typeface="Calibri"/>
              <a:cs typeface="Calibri"/>
              <a:sym typeface="Calibri"/>
            </a:endParaRPr>
          </a:p>
        </p:txBody>
      </p:sp>
      <p:pic>
        <p:nvPicPr>
          <p:cNvPr id="177" name="Google Shape;177;p4"/>
          <p:cNvPicPr preferRelativeResize="0"/>
          <p:nvPr/>
        </p:nvPicPr>
        <p:blipFill rotWithShape="1">
          <a:blip r:embed="rId3">
            <a:alphaModFix/>
          </a:blip>
          <a:srcRect b="0" l="0" r="0" t="0"/>
          <a:stretch/>
        </p:blipFill>
        <p:spPr>
          <a:xfrm>
            <a:off x="4303479" y="1490471"/>
            <a:ext cx="63906" cy="579499"/>
          </a:xfrm>
          <a:prstGeom prst="rect">
            <a:avLst/>
          </a:prstGeom>
          <a:noFill/>
          <a:ln>
            <a:noFill/>
          </a:ln>
        </p:spPr>
      </p:pic>
      <p:pic>
        <p:nvPicPr>
          <p:cNvPr id="178" name="Google Shape;178;p4"/>
          <p:cNvPicPr preferRelativeResize="0"/>
          <p:nvPr/>
        </p:nvPicPr>
        <p:blipFill rotWithShape="1">
          <a:blip r:embed="rId4">
            <a:alphaModFix/>
          </a:blip>
          <a:srcRect b="0" l="0" r="0" t="0"/>
          <a:stretch/>
        </p:blipFill>
        <p:spPr>
          <a:xfrm>
            <a:off x="4273296" y="5452361"/>
            <a:ext cx="76200" cy="584862"/>
          </a:xfrm>
          <a:prstGeom prst="rect">
            <a:avLst/>
          </a:prstGeom>
          <a:noFill/>
          <a:ln>
            <a:noFill/>
          </a:ln>
        </p:spPr>
      </p:pic>
      <p:pic>
        <p:nvPicPr>
          <p:cNvPr id="179" name="Google Shape;179;p4"/>
          <p:cNvPicPr preferRelativeResize="0"/>
          <p:nvPr/>
        </p:nvPicPr>
        <p:blipFill rotWithShape="1">
          <a:blip r:embed="rId3">
            <a:alphaModFix/>
          </a:blip>
          <a:srcRect b="0" l="0" r="0" t="0"/>
          <a:stretch/>
        </p:blipFill>
        <p:spPr>
          <a:xfrm flipH="1" rot="-5400000">
            <a:off x="5076246" y="973799"/>
            <a:ext cx="96662" cy="1510246"/>
          </a:xfrm>
          <a:prstGeom prst="rect">
            <a:avLst/>
          </a:prstGeom>
          <a:noFill/>
          <a:ln>
            <a:noFill/>
          </a:ln>
        </p:spPr>
      </p:pic>
      <p:sp>
        <p:nvSpPr>
          <p:cNvPr id="180" name="Google Shape;180;p4"/>
          <p:cNvSpPr txBox="1"/>
          <p:nvPr/>
        </p:nvSpPr>
        <p:spPr>
          <a:xfrm>
            <a:off x="5879700" y="1489583"/>
            <a:ext cx="1036319" cy="375744"/>
          </a:xfrm>
          <a:prstGeom prst="rect">
            <a:avLst/>
          </a:prstGeom>
          <a:noFill/>
          <a:ln cap="flat" cmpd="sng" w="28575">
            <a:solidFill>
              <a:srgbClr val="887855"/>
            </a:solidFill>
            <a:prstDash val="solid"/>
            <a:round/>
            <a:headEnd len="sm" w="sm" type="none"/>
            <a:tailEnd len="sm" w="sm" type="none"/>
          </a:ln>
        </p:spPr>
        <p:txBody>
          <a:bodyPr anchorCtr="0" anchor="t" bIns="0" lIns="0" spcFirstLastPara="1" rIns="0" wrap="square" tIns="6350">
            <a:spAutoFit/>
          </a:bodyPr>
          <a:lstStyle/>
          <a:p>
            <a:pPr indent="0" lvl="0" marL="191135" marR="185420" rtl="0" algn="ctr">
              <a:lnSpc>
                <a:spcPct val="100000"/>
              </a:lnSpc>
              <a:spcBef>
                <a:spcPts val="0"/>
              </a:spcBef>
              <a:spcAft>
                <a:spcPts val="0"/>
              </a:spcAft>
              <a:buNone/>
            </a:pPr>
            <a:r>
              <a:rPr lang="en-US" sz="1200">
                <a:solidFill>
                  <a:schemeClr val="lt1"/>
                </a:solidFill>
                <a:latin typeface="Calibri"/>
                <a:ea typeface="Calibri"/>
                <a:cs typeface="Calibri"/>
                <a:sym typeface="Calibri"/>
              </a:rPr>
              <a:t>Behavioral Simulation</a:t>
            </a:r>
            <a:endParaRPr sz="1200">
              <a:solidFill>
                <a:schemeClr val="lt1"/>
              </a:solidFill>
              <a:latin typeface="Calibri"/>
              <a:ea typeface="Calibri"/>
              <a:cs typeface="Calibri"/>
              <a:sym typeface="Calibri"/>
            </a:endParaRPr>
          </a:p>
        </p:txBody>
      </p:sp>
      <p:pic>
        <p:nvPicPr>
          <p:cNvPr id="181" name="Google Shape;181;p4"/>
          <p:cNvPicPr preferRelativeResize="0"/>
          <p:nvPr/>
        </p:nvPicPr>
        <p:blipFill rotWithShape="1">
          <a:blip r:embed="rId3">
            <a:alphaModFix/>
          </a:blip>
          <a:srcRect b="0" l="0" r="0" t="0"/>
          <a:stretch/>
        </p:blipFill>
        <p:spPr>
          <a:xfrm>
            <a:off x="4273296" y="2691968"/>
            <a:ext cx="81888" cy="802629"/>
          </a:xfrm>
          <a:prstGeom prst="rect">
            <a:avLst/>
          </a:prstGeom>
          <a:noFill/>
          <a:ln>
            <a:noFill/>
          </a:ln>
        </p:spPr>
      </p:pic>
      <p:pic>
        <p:nvPicPr>
          <p:cNvPr id="182" name="Google Shape;182;p4"/>
          <p:cNvPicPr preferRelativeResize="0"/>
          <p:nvPr/>
        </p:nvPicPr>
        <p:blipFill rotWithShape="1">
          <a:blip r:embed="rId3">
            <a:alphaModFix/>
          </a:blip>
          <a:srcRect b="0" l="0" r="0" t="0"/>
          <a:stretch/>
        </p:blipFill>
        <p:spPr>
          <a:xfrm flipH="1" rot="-5400000">
            <a:off x="5056288" y="2386607"/>
            <a:ext cx="96662" cy="1510246"/>
          </a:xfrm>
          <a:prstGeom prst="rect">
            <a:avLst/>
          </a:prstGeom>
          <a:noFill/>
          <a:ln>
            <a:noFill/>
          </a:ln>
        </p:spPr>
      </p:pic>
      <p:sp>
        <p:nvSpPr>
          <p:cNvPr id="183" name="Google Shape;183;p4"/>
          <p:cNvSpPr txBox="1"/>
          <p:nvPr/>
        </p:nvSpPr>
        <p:spPr>
          <a:xfrm>
            <a:off x="3406647" y="3489647"/>
            <a:ext cx="1975078" cy="388568"/>
          </a:xfrm>
          <a:prstGeom prst="rect">
            <a:avLst/>
          </a:prstGeom>
          <a:noFill/>
          <a:ln cap="flat" cmpd="sng" w="28575">
            <a:solidFill>
              <a:srgbClr val="887855"/>
            </a:solidFill>
            <a:prstDash val="solid"/>
            <a:round/>
            <a:headEnd len="sm" w="sm" type="none"/>
            <a:tailEnd len="sm" w="sm" type="none"/>
          </a:ln>
        </p:spPr>
        <p:txBody>
          <a:bodyPr anchorCtr="0" anchor="t" bIns="0" lIns="0" spcFirstLastPara="1" rIns="0" wrap="square" tIns="6350">
            <a:spAutoFit/>
          </a:bodyPr>
          <a:lstStyle/>
          <a:p>
            <a:pPr indent="0" lvl="0" marL="191135" marR="185420" rtl="0" algn="ctr">
              <a:lnSpc>
                <a:spcPct val="100000"/>
              </a:lnSpc>
              <a:spcBef>
                <a:spcPts val="0"/>
              </a:spcBef>
              <a:spcAft>
                <a:spcPts val="0"/>
              </a:spcAft>
              <a:buNone/>
            </a:pPr>
            <a:r>
              <a:rPr lang="en-US" sz="1200">
                <a:solidFill>
                  <a:schemeClr val="lt1"/>
                </a:solidFill>
                <a:latin typeface="Calibri"/>
                <a:ea typeface="Calibri"/>
                <a:cs typeface="Calibri"/>
                <a:sym typeface="Calibri"/>
              </a:rPr>
              <a:t>Design </a:t>
            </a:r>
            <a:endParaRPr/>
          </a:p>
          <a:p>
            <a:pPr indent="0" lvl="0" marL="191135" marR="185420" rtl="0" algn="ctr">
              <a:lnSpc>
                <a:spcPct val="100000"/>
              </a:lnSpc>
              <a:spcBef>
                <a:spcPts val="50"/>
              </a:spcBef>
              <a:spcAft>
                <a:spcPts val="0"/>
              </a:spcAft>
              <a:buNone/>
            </a:pPr>
            <a:r>
              <a:rPr lang="en-US" sz="1200">
                <a:solidFill>
                  <a:schemeClr val="lt1"/>
                </a:solidFill>
                <a:latin typeface="Calibri"/>
                <a:ea typeface="Calibri"/>
                <a:cs typeface="Calibri"/>
                <a:sym typeface="Calibri"/>
              </a:rPr>
              <a:t>Implementation</a:t>
            </a:r>
            <a:endParaRPr sz="1200">
              <a:solidFill>
                <a:schemeClr val="lt1"/>
              </a:solidFill>
              <a:latin typeface="Calibri"/>
              <a:ea typeface="Calibri"/>
              <a:cs typeface="Calibri"/>
              <a:sym typeface="Calibri"/>
            </a:endParaRPr>
          </a:p>
        </p:txBody>
      </p:sp>
      <p:pic>
        <p:nvPicPr>
          <p:cNvPr id="184" name="Google Shape;184;p4"/>
          <p:cNvPicPr preferRelativeResize="0"/>
          <p:nvPr/>
        </p:nvPicPr>
        <p:blipFill rotWithShape="1">
          <a:blip r:embed="rId3">
            <a:alphaModFix/>
          </a:blip>
          <a:srcRect b="0" l="0" r="0" t="0"/>
          <a:stretch/>
        </p:blipFill>
        <p:spPr>
          <a:xfrm>
            <a:off x="4291278" y="4420288"/>
            <a:ext cx="63906" cy="579499"/>
          </a:xfrm>
          <a:prstGeom prst="rect">
            <a:avLst/>
          </a:prstGeom>
          <a:noFill/>
          <a:ln>
            <a:noFill/>
          </a:ln>
        </p:spPr>
      </p:pic>
      <p:pic>
        <p:nvPicPr>
          <p:cNvPr id="185" name="Google Shape;185;p4"/>
          <p:cNvPicPr preferRelativeResize="0"/>
          <p:nvPr/>
        </p:nvPicPr>
        <p:blipFill rotWithShape="1">
          <a:blip r:embed="rId3">
            <a:alphaModFix/>
          </a:blip>
          <a:srcRect b="0" l="0" r="0" t="0"/>
          <a:stretch/>
        </p:blipFill>
        <p:spPr>
          <a:xfrm flipH="1" rot="-5400000">
            <a:off x="5065336" y="3891294"/>
            <a:ext cx="96662" cy="1510246"/>
          </a:xfrm>
          <a:prstGeom prst="rect">
            <a:avLst/>
          </a:prstGeom>
          <a:noFill/>
          <a:ln>
            <a:noFill/>
          </a:ln>
        </p:spPr>
      </p:pic>
      <p:sp>
        <p:nvSpPr>
          <p:cNvPr id="186" name="Google Shape;186;p4"/>
          <p:cNvSpPr txBox="1"/>
          <p:nvPr/>
        </p:nvSpPr>
        <p:spPr>
          <a:xfrm>
            <a:off x="1771765" y="4431435"/>
            <a:ext cx="1036319" cy="557204"/>
          </a:xfrm>
          <a:prstGeom prst="rect">
            <a:avLst/>
          </a:prstGeom>
          <a:noFill/>
          <a:ln cap="flat" cmpd="sng" w="28575">
            <a:solidFill>
              <a:srgbClr val="B69835"/>
            </a:solidFill>
            <a:prstDash val="solid"/>
            <a:round/>
            <a:headEnd len="sm" w="sm" type="none"/>
            <a:tailEnd len="sm" w="sm" type="none"/>
          </a:ln>
        </p:spPr>
        <p:txBody>
          <a:bodyPr anchorCtr="0" anchor="t" bIns="0" lIns="0" spcFirstLastPara="1" rIns="0" wrap="square" tIns="3175">
            <a:spAutoFit/>
          </a:bodyPr>
          <a:lstStyle/>
          <a:p>
            <a:pPr indent="-5080" lvl="0" marL="99695" marR="88265" rtl="0" algn="l">
              <a:lnSpc>
                <a:spcPct val="100000"/>
              </a:lnSpc>
              <a:spcBef>
                <a:spcPts val="0"/>
              </a:spcBef>
              <a:spcAft>
                <a:spcPts val="0"/>
              </a:spcAft>
              <a:buNone/>
            </a:pPr>
            <a:r>
              <a:rPr lang="en-US" sz="1200">
                <a:solidFill>
                  <a:schemeClr val="lt1"/>
                </a:solidFill>
                <a:latin typeface="Calibri"/>
                <a:ea typeface="Calibri"/>
                <a:cs typeface="Calibri"/>
                <a:sym typeface="Calibri"/>
              </a:rPr>
              <a:t>Back annotation</a:t>
            </a:r>
            <a:endParaRPr/>
          </a:p>
          <a:p>
            <a:pPr indent="-5080" lvl="0" marL="99695" marR="88265" rtl="0" algn="l">
              <a:lnSpc>
                <a:spcPct val="100000"/>
              </a:lnSpc>
              <a:spcBef>
                <a:spcPts val="25"/>
              </a:spcBef>
              <a:spcAft>
                <a:spcPts val="0"/>
              </a:spcAft>
              <a:buNone/>
            </a:pPr>
            <a:r>
              <a:rPr lang="en-US" sz="1200">
                <a:solidFill>
                  <a:schemeClr val="lt1"/>
                </a:solidFill>
                <a:latin typeface="Calibri"/>
                <a:ea typeface="Calibri"/>
                <a:cs typeface="Calibri"/>
                <a:sym typeface="Calibri"/>
              </a:rPr>
              <a:t>(if needed)</a:t>
            </a:r>
            <a:endParaRPr sz="1200">
              <a:solidFill>
                <a:schemeClr val="lt1"/>
              </a:solidFill>
              <a:latin typeface="Calibri"/>
              <a:ea typeface="Calibri"/>
              <a:cs typeface="Calibri"/>
              <a:sym typeface="Calibri"/>
            </a:endParaRPr>
          </a:p>
        </p:txBody>
      </p:sp>
      <p:pic>
        <p:nvPicPr>
          <p:cNvPr id="187" name="Google Shape;187;p4"/>
          <p:cNvPicPr preferRelativeResize="0"/>
          <p:nvPr/>
        </p:nvPicPr>
        <p:blipFill rotWithShape="1">
          <a:blip r:embed="rId3">
            <a:alphaModFix/>
          </a:blip>
          <a:srcRect b="0" l="0" r="0" t="0"/>
          <a:stretch/>
        </p:blipFill>
        <p:spPr>
          <a:xfrm flipH="1" rot="5400000">
            <a:off x="3553410" y="3987956"/>
            <a:ext cx="96662" cy="1510246"/>
          </a:xfrm>
          <a:prstGeom prst="rect">
            <a:avLst/>
          </a:prstGeom>
          <a:noFill/>
          <a:ln>
            <a:noFill/>
          </a:ln>
        </p:spPr>
      </p:pic>
      <p:sp>
        <p:nvSpPr>
          <p:cNvPr id="188" name="Google Shape;188;p4"/>
          <p:cNvSpPr txBox="1"/>
          <p:nvPr/>
        </p:nvSpPr>
        <p:spPr>
          <a:xfrm>
            <a:off x="5622472" y="6080987"/>
            <a:ext cx="1174254" cy="371897"/>
          </a:xfrm>
          <a:prstGeom prst="rect">
            <a:avLst/>
          </a:prstGeom>
          <a:noFill/>
          <a:ln cap="flat" cmpd="sng" w="28575">
            <a:solidFill>
              <a:srgbClr val="B69835"/>
            </a:solidFill>
            <a:prstDash val="solid"/>
            <a:round/>
            <a:headEnd len="sm" w="sm" type="none"/>
            <a:tailEnd len="sm" w="sm" type="none"/>
          </a:ln>
        </p:spPr>
        <p:txBody>
          <a:bodyPr anchorCtr="0" anchor="t" bIns="0" lIns="0" spcFirstLastPara="1" rIns="0" wrap="square" tIns="2525">
            <a:spAutoFit/>
          </a:bodyPr>
          <a:lstStyle/>
          <a:p>
            <a:pPr indent="-149859" lvl="0" marL="268605" marR="113664" rtl="0" algn="l">
              <a:lnSpc>
                <a:spcPct val="100000"/>
              </a:lnSpc>
              <a:spcBef>
                <a:spcPts val="0"/>
              </a:spcBef>
              <a:spcAft>
                <a:spcPts val="0"/>
              </a:spcAft>
              <a:buNone/>
            </a:pPr>
            <a:r>
              <a:rPr lang="en-US" sz="1200">
                <a:solidFill>
                  <a:schemeClr val="lt1"/>
                </a:solidFill>
                <a:latin typeface="Calibri"/>
                <a:ea typeface="Calibri"/>
                <a:cs typeface="Calibri"/>
                <a:sym typeface="Calibri"/>
              </a:rPr>
              <a:t>In Circuit Verification</a:t>
            </a:r>
            <a:endParaRPr sz="12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5"/>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Protocol</a:t>
            </a:r>
            <a:endParaRPr/>
          </a:p>
        </p:txBody>
      </p:sp>
      <p:sp>
        <p:nvSpPr>
          <p:cNvPr id="195" name="Google Shape;195;p5"/>
          <p:cNvSpPr txBox="1"/>
          <p:nvPr>
            <p:ph idx="1" type="body"/>
          </p:nvPr>
        </p:nvSpPr>
        <p:spPr>
          <a:xfrm>
            <a:off x="741405" y="1600200"/>
            <a:ext cx="7773945" cy="36576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Each character is sent as </a:t>
            </a:r>
            <a:endParaRPr/>
          </a:p>
          <a:p>
            <a:pPr indent="-270000" lvl="1" marL="720000" rtl="0" algn="l">
              <a:spcBef>
                <a:spcPts val="960"/>
              </a:spcBef>
              <a:spcAft>
                <a:spcPts val="0"/>
              </a:spcAft>
              <a:buSzPts val="1260"/>
              <a:buChar char="🞚"/>
            </a:pPr>
            <a:r>
              <a:rPr lang="en-US"/>
              <a:t>a logic </a:t>
            </a:r>
            <a:r>
              <a:rPr i="1" lang="en-US"/>
              <a:t>low</a:t>
            </a:r>
            <a:r>
              <a:rPr lang="en-US"/>
              <a:t> </a:t>
            </a:r>
            <a:r>
              <a:rPr b="1" lang="en-US" u="sng"/>
              <a:t>start</a:t>
            </a:r>
            <a:r>
              <a:rPr lang="en-US"/>
              <a:t> bit</a:t>
            </a:r>
            <a:endParaRPr/>
          </a:p>
          <a:p>
            <a:pPr indent="-270000" lvl="1" marL="720000" rtl="0" algn="l">
              <a:spcBef>
                <a:spcPts val="960"/>
              </a:spcBef>
              <a:spcAft>
                <a:spcPts val="0"/>
              </a:spcAft>
              <a:buSzPts val="1260"/>
              <a:buChar char="🞚"/>
            </a:pPr>
            <a:r>
              <a:rPr lang="en-US"/>
              <a:t>a configurable number of data bits (usually 7 or 8, sometimes 5)</a:t>
            </a:r>
            <a:endParaRPr/>
          </a:p>
          <a:p>
            <a:pPr indent="-270000" lvl="1" marL="720000" rtl="0" algn="l">
              <a:spcBef>
                <a:spcPts val="960"/>
              </a:spcBef>
              <a:spcAft>
                <a:spcPts val="0"/>
              </a:spcAft>
              <a:buSzPts val="1260"/>
              <a:buChar char="🞚"/>
            </a:pPr>
            <a:r>
              <a:rPr lang="en-US"/>
              <a:t>an optional parity bit</a:t>
            </a:r>
            <a:endParaRPr/>
          </a:p>
          <a:p>
            <a:pPr indent="-270000" lvl="1" marL="720000" rtl="0" algn="l">
              <a:spcBef>
                <a:spcPts val="960"/>
              </a:spcBef>
              <a:spcAft>
                <a:spcPts val="0"/>
              </a:spcAft>
              <a:buSzPts val="1260"/>
              <a:buChar char="🞚"/>
            </a:pPr>
            <a:r>
              <a:rPr i="1" lang="en-US"/>
              <a:t>one or more logic high </a:t>
            </a:r>
            <a:r>
              <a:rPr b="1" lang="en-US" u="sng"/>
              <a:t>stop</a:t>
            </a:r>
            <a:r>
              <a:rPr lang="en-US"/>
              <a:t> bits</a:t>
            </a:r>
            <a:endParaRPr/>
          </a:p>
          <a:p>
            <a:pPr indent="-270000" lvl="1" marL="720000" rtl="0" algn="l">
              <a:spcBef>
                <a:spcPts val="960"/>
              </a:spcBef>
              <a:spcAft>
                <a:spcPts val="0"/>
              </a:spcAft>
              <a:buSzPts val="1260"/>
              <a:buChar char="🞚"/>
            </a:pPr>
            <a:r>
              <a:rPr lang="en-US"/>
              <a:t>with a particular bit timing (“baud”)</a:t>
            </a:r>
            <a:endParaRPr/>
          </a:p>
        </p:txBody>
      </p:sp>
      <p:sp>
        <p:nvSpPr>
          <p:cNvPr id="196" name="Google Shape;196;p5"/>
          <p:cNvSpPr txBox="1"/>
          <p:nvPr>
            <p:ph idx="12" type="sldNum"/>
          </p:nvPr>
        </p:nvSpPr>
        <p:spPr>
          <a:xfrm>
            <a:off x="7885509" y="5883276"/>
            <a:ext cx="565159"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B2B2B2"/>
                </a:solidFill>
                <a:latin typeface="Trebuchet MS"/>
                <a:ea typeface="Trebuchet MS"/>
                <a:cs typeface="Trebuchet MS"/>
                <a:sym typeface="Trebuchet MS"/>
              </a:rPr>
              <a:t>‹#›</a:t>
            </a:fld>
            <a:endParaRPr sz="1200">
              <a:solidFill>
                <a:srgbClr val="B2B2B2"/>
              </a:solidFill>
              <a:latin typeface="Trebuchet MS"/>
              <a:ea typeface="Trebuchet MS"/>
              <a:cs typeface="Trebuchet MS"/>
              <a:sym typeface="Trebuchet MS"/>
            </a:endParaRPr>
          </a:p>
        </p:txBody>
      </p:sp>
      <p:pic>
        <p:nvPicPr>
          <p:cNvPr descr="http://upload.wikimedia.org/wikipedia/commons/3/3d/Charactercode.png" id="197" name="Google Shape;197;p5"/>
          <p:cNvPicPr preferRelativeResize="0"/>
          <p:nvPr/>
        </p:nvPicPr>
        <p:blipFill rotWithShape="1">
          <a:blip r:embed="rId3">
            <a:alphaModFix/>
          </a:blip>
          <a:srcRect b="0" l="0" r="0" t="0"/>
          <a:stretch/>
        </p:blipFill>
        <p:spPr>
          <a:xfrm>
            <a:off x="1828800" y="5171115"/>
            <a:ext cx="5692379" cy="9501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6"/>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Why Receiver</a:t>
            </a:r>
            <a:endParaRPr/>
          </a:p>
        </p:txBody>
      </p:sp>
      <p:sp>
        <p:nvSpPr>
          <p:cNvPr id="203" name="Google Shape;203;p6"/>
          <p:cNvSpPr txBox="1"/>
          <p:nvPr>
            <p:ph idx="1" type="body"/>
          </p:nvPr>
        </p:nvSpPr>
        <p:spPr>
          <a:xfrm>
            <a:off x="685346" y="1732450"/>
            <a:ext cx="7765322" cy="495115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First we write the transmitter code and see the how the data is transmitted but by using transmitter code we don’t get the output.</a:t>
            </a:r>
            <a:endParaRPr/>
          </a:p>
          <a:p>
            <a:pPr indent="-306000" lvl="0" marL="342900" rtl="0" algn="l">
              <a:spcBef>
                <a:spcPts val="1000"/>
              </a:spcBef>
              <a:spcAft>
                <a:spcPts val="0"/>
              </a:spcAft>
              <a:buSzPts val="1400"/>
              <a:buChar char="◈"/>
            </a:pPr>
            <a:r>
              <a:rPr lang="en-US"/>
              <a:t>After 3 or 4 trails of transmitter code,we write the receiver code then after we get the output using the receiver code.</a:t>
            </a:r>
            <a:endParaRPr/>
          </a:p>
          <a:p>
            <a:pPr indent="-306000" lvl="0" marL="342900" rtl="0" algn="l">
              <a:spcBef>
                <a:spcPts val="1000"/>
              </a:spcBef>
              <a:spcAft>
                <a:spcPts val="0"/>
              </a:spcAft>
              <a:buSzPts val="1400"/>
              <a:buChar char="◈"/>
            </a:pPr>
            <a:r>
              <a:rPr lang="en-US"/>
              <a:t>What we understand is by making the connection between and mobile and Bluetooth by mobile app sending bits to the Bluetooth, Bluetooth sends the bits to the board serially so board receives the bits so thats why we need only receiver.</a:t>
            </a:r>
            <a:endParaRPr/>
          </a:p>
        </p:txBody>
      </p:sp>
      <p:sp>
        <p:nvSpPr>
          <p:cNvPr id="204" name="Google Shape;204;p6"/>
          <p:cNvSpPr/>
          <p:nvPr/>
        </p:nvSpPr>
        <p:spPr>
          <a:xfrm>
            <a:off x="2187018" y="5439268"/>
            <a:ext cx="1630838" cy="395924"/>
          </a:xfrm>
          <a:prstGeom prst="rect">
            <a:avLst/>
          </a:prstGeom>
          <a:solidFill>
            <a:schemeClr val="accent1"/>
          </a:solidFill>
          <a:ln cap="rnd" cmpd="sng" w="15875">
            <a:solidFill>
              <a:srgbClr val="4F1D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Lustria"/>
                <a:ea typeface="Lustria"/>
                <a:cs typeface="Lustria"/>
                <a:sym typeface="Lustria"/>
              </a:rPr>
              <a:t>        </a:t>
            </a:r>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                    Tx</a:t>
            </a:r>
            <a:endParaRPr/>
          </a:p>
          <a:p>
            <a:pPr indent="0" lvl="0" marL="0" marR="0" rtl="0" algn="ctr">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Bluettooth</a:t>
            </a:r>
            <a:endParaRPr sz="1800">
              <a:solidFill>
                <a:schemeClr val="lt1"/>
              </a:solidFill>
              <a:latin typeface="Lustria"/>
              <a:ea typeface="Lustria"/>
              <a:cs typeface="Lustria"/>
              <a:sym typeface="Lustria"/>
            </a:endParaRPr>
          </a:p>
          <a:p>
            <a:pPr indent="0" lvl="0" marL="0" marR="0" rtl="0" algn="ctr">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                   Rx</a:t>
            </a:r>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 </a:t>
            </a:r>
            <a:endParaRPr/>
          </a:p>
        </p:txBody>
      </p:sp>
      <p:sp>
        <p:nvSpPr>
          <p:cNvPr id="205" name="Google Shape;205;p6"/>
          <p:cNvSpPr/>
          <p:nvPr/>
        </p:nvSpPr>
        <p:spPr>
          <a:xfrm>
            <a:off x="4709409" y="5429841"/>
            <a:ext cx="1630838" cy="518471"/>
          </a:xfrm>
          <a:prstGeom prst="rect">
            <a:avLst/>
          </a:prstGeom>
          <a:solidFill>
            <a:schemeClr val="accent1"/>
          </a:solidFill>
          <a:ln cap="rnd" cmpd="sng" w="15875">
            <a:solidFill>
              <a:srgbClr val="4F1D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Lustria"/>
                <a:ea typeface="Lustria"/>
                <a:cs typeface="Lustria"/>
                <a:sym typeface="Lustria"/>
              </a:rPr>
              <a:t>        </a:t>
            </a:r>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                    Pin</a:t>
            </a:r>
            <a:endParaRPr/>
          </a:p>
          <a:p>
            <a:pPr indent="0" lvl="0" marL="0" marR="0" rtl="0" algn="ctr">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Board</a:t>
            </a:r>
            <a:endParaRPr/>
          </a:p>
          <a:p>
            <a:pPr indent="0" lvl="0" marL="0" marR="0" rtl="0" algn="ctr">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ctr">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                  </a:t>
            </a:r>
            <a:endParaRPr/>
          </a:p>
          <a:p>
            <a:pPr indent="0" lvl="0" marL="0" marR="0" rtl="0" algn="ctr">
              <a:spcBef>
                <a:spcPts val="0"/>
              </a:spcBef>
              <a:spcAft>
                <a:spcPts val="0"/>
              </a:spcAft>
              <a:buNone/>
            </a:pPr>
            <a:r>
              <a:rPr lang="en-US" sz="1800">
                <a:solidFill>
                  <a:schemeClr val="lt1"/>
                </a:solidFill>
                <a:latin typeface="Lustria"/>
                <a:ea typeface="Lustria"/>
                <a:cs typeface="Lustria"/>
                <a:sym typeface="Lustria"/>
              </a:rPr>
              <a:t> </a:t>
            </a:r>
            <a:endParaRPr/>
          </a:p>
        </p:txBody>
      </p:sp>
      <p:cxnSp>
        <p:nvCxnSpPr>
          <p:cNvPr id="206" name="Google Shape;206;p6"/>
          <p:cNvCxnSpPr/>
          <p:nvPr/>
        </p:nvCxnSpPr>
        <p:spPr>
          <a:xfrm>
            <a:off x="3817856" y="5118755"/>
            <a:ext cx="1451728" cy="0"/>
          </a:xfrm>
          <a:prstGeom prst="straightConnector1">
            <a:avLst/>
          </a:prstGeom>
          <a:noFill/>
          <a:ln cap="rnd" cmpd="sng" w="9525">
            <a:solidFill>
              <a:srgbClr val="B34119"/>
            </a:solidFill>
            <a:prstDash val="solid"/>
            <a:round/>
            <a:headEnd len="sm" w="sm" type="none"/>
            <a:tailEnd len="med" w="med" type="triangle"/>
          </a:ln>
        </p:spPr>
      </p:cxnSp>
      <p:sp>
        <p:nvSpPr>
          <p:cNvPr id="207" name="Google Shape;207;p6"/>
          <p:cNvSpPr/>
          <p:nvPr/>
        </p:nvSpPr>
        <p:spPr>
          <a:xfrm>
            <a:off x="7079529" y="4986779"/>
            <a:ext cx="1206631" cy="1121790"/>
          </a:xfrm>
          <a:prstGeom prst="rect">
            <a:avLst/>
          </a:prstGeom>
          <a:solidFill>
            <a:schemeClr val="accent2"/>
          </a:solidFill>
          <a:ln cap="rnd" cmpd="sng" w="15875">
            <a:solidFill>
              <a:srgbClr val="594E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Lustria"/>
                <a:ea typeface="Lustria"/>
                <a:cs typeface="Lustria"/>
                <a:sym typeface="Lustria"/>
              </a:rPr>
              <a:t>Pin named as Rx in code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7"/>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Receiver Code</a:t>
            </a:r>
            <a:endParaRPr/>
          </a:p>
        </p:txBody>
      </p:sp>
      <p:sp>
        <p:nvSpPr>
          <p:cNvPr id="213" name="Google Shape;213;p7"/>
          <p:cNvSpPr txBox="1"/>
          <p:nvPr>
            <p:ph idx="1" type="body"/>
          </p:nvPr>
        </p:nvSpPr>
        <p:spPr>
          <a:xfrm>
            <a:off x="3703948" y="2038997"/>
            <a:ext cx="1570742" cy="741229"/>
          </a:xfrm>
          <a:prstGeom prst="rect">
            <a:avLst/>
          </a:prstGeom>
          <a:noFill/>
          <a:ln cap="flat" cmpd="sng" w="28575">
            <a:solidFill>
              <a:srgbClr val="887855"/>
            </a:solidFill>
            <a:prstDash val="solid"/>
            <a:round/>
            <a:headEnd len="sm" w="sm" type="none"/>
            <a:tailEnd len="sm" w="sm" type="none"/>
          </a:ln>
          <a:effectLst>
            <a:outerShdw blurRad="25400">
              <a:srgbClr val="000000">
                <a:alpha val="45882"/>
              </a:srgbClr>
            </a:outerShdw>
          </a:effectLst>
        </p:spPr>
        <p:txBody>
          <a:bodyPr anchorCtr="0" anchor="t" bIns="0" lIns="0" spcFirstLastPara="1" rIns="0" wrap="square" tIns="2525">
            <a:spAutoFit/>
          </a:bodyPr>
          <a:lstStyle/>
          <a:p>
            <a:pPr indent="0" lvl="0" marL="135890" marR="132080" rtl="0" algn="l">
              <a:lnSpc>
                <a:spcPct val="100000"/>
              </a:lnSpc>
              <a:spcBef>
                <a:spcPts val="0"/>
              </a:spcBef>
              <a:spcAft>
                <a:spcPts val="0"/>
              </a:spcAft>
              <a:buSzPts val="840"/>
              <a:buNone/>
            </a:pPr>
            <a:r>
              <a:t/>
            </a:r>
            <a:endParaRPr sz="1200">
              <a:latin typeface="Calibri"/>
              <a:ea typeface="Calibri"/>
              <a:cs typeface="Calibri"/>
              <a:sym typeface="Calibri"/>
            </a:endParaRPr>
          </a:p>
          <a:p>
            <a:pPr indent="0" lvl="0" marL="135890" marR="132080" rtl="0" algn="l">
              <a:lnSpc>
                <a:spcPct val="100000"/>
              </a:lnSpc>
              <a:spcBef>
                <a:spcPts val="620"/>
              </a:spcBef>
              <a:spcAft>
                <a:spcPts val="0"/>
              </a:spcAft>
              <a:buSzPts val="840"/>
              <a:buNone/>
            </a:pPr>
            <a:r>
              <a:rPr lang="en-US" sz="1200">
                <a:latin typeface="Calibri"/>
                <a:ea typeface="Calibri"/>
                <a:cs typeface="Calibri"/>
                <a:sym typeface="Calibri"/>
              </a:rPr>
              <a:t>  </a:t>
            </a:r>
            <a:r>
              <a:rPr lang="en-US" sz="1400">
                <a:latin typeface="Calibri"/>
                <a:ea typeface="Calibri"/>
                <a:cs typeface="Calibri"/>
                <a:sym typeface="Calibri"/>
              </a:rPr>
              <a:t>Receiver module</a:t>
            </a:r>
            <a:endParaRPr/>
          </a:p>
          <a:p>
            <a:pPr indent="0" lvl="0" marL="135890" marR="132080" rtl="0" algn="l">
              <a:lnSpc>
                <a:spcPct val="100000"/>
              </a:lnSpc>
              <a:spcBef>
                <a:spcPts val="620"/>
              </a:spcBef>
              <a:spcAft>
                <a:spcPts val="0"/>
              </a:spcAft>
              <a:buSzPts val="840"/>
              <a:buNone/>
            </a:pPr>
            <a:r>
              <a:t/>
            </a:r>
            <a:endParaRPr sz="1200">
              <a:latin typeface="Calibri"/>
              <a:ea typeface="Calibri"/>
              <a:cs typeface="Calibri"/>
              <a:sym typeface="Calibri"/>
            </a:endParaRPr>
          </a:p>
        </p:txBody>
      </p:sp>
      <p:sp>
        <p:nvSpPr>
          <p:cNvPr id="214" name="Google Shape;214;p7"/>
          <p:cNvSpPr txBox="1"/>
          <p:nvPr/>
        </p:nvSpPr>
        <p:spPr>
          <a:xfrm>
            <a:off x="7432642" y="3428998"/>
            <a:ext cx="1570742" cy="741229"/>
          </a:xfrm>
          <a:prstGeom prst="rect">
            <a:avLst/>
          </a:prstGeom>
          <a:noFill/>
          <a:ln cap="flat" cmpd="sng" w="28575">
            <a:solidFill>
              <a:srgbClr val="887855"/>
            </a:solidFill>
            <a:prstDash val="solid"/>
            <a:round/>
            <a:headEnd len="sm" w="sm" type="none"/>
            <a:tailEnd len="sm" w="sm" type="none"/>
          </a:ln>
          <a:effectLst>
            <a:outerShdw blurRad="25400">
              <a:srgbClr val="000000">
                <a:alpha val="45882"/>
              </a:srgbClr>
            </a:outerShdw>
          </a:effectLst>
        </p:spPr>
        <p:txBody>
          <a:bodyPr anchorCtr="0" anchor="t" bIns="0" lIns="0" spcFirstLastPara="1" rIns="0" wrap="square" tIns="2525">
            <a:spAutoFit/>
          </a:bodyPr>
          <a:lstStyle/>
          <a:p>
            <a:pPr indent="0" lvl="0" marL="135890" marR="132080" rtl="0" algn="l">
              <a:spcBef>
                <a:spcPts val="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a:p>
            <a:pPr indent="0" lvl="0" marL="135890" marR="132080" rtl="0" algn="l">
              <a:spcBef>
                <a:spcPts val="620"/>
              </a:spcBef>
              <a:spcAft>
                <a:spcPts val="0"/>
              </a:spcAft>
              <a:buClr>
                <a:schemeClr val="lt2"/>
              </a:buClr>
              <a:buSzPts val="840"/>
              <a:buFont typeface="Noto Sans Symbols"/>
              <a:buNone/>
            </a:pPr>
            <a:r>
              <a:rPr lang="en-US" sz="1200">
                <a:solidFill>
                  <a:schemeClr val="lt2"/>
                </a:solidFill>
                <a:latin typeface="Calibri"/>
                <a:ea typeface="Calibri"/>
                <a:cs typeface="Calibri"/>
                <a:sym typeface="Calibri"/>
              </a:rPr>
              <a:t>  </a:t>
            </a:r>
            <a:r>
              <a:rPr lang="en-US" sz="1400">
                <a:solidFill>
                  <a:schemeClr val="lt2"/>
                </a:solidFill>
                <a:latin typeface="Calibri"/>
                <a:ea typeface="Calibri"/>
                <a:cs typeface="Calibri"/>
                <a:sym typeface="Calibri"/>
              </a:rPr>
              <a:t>Output assign</a:t>
            </a:r>
            <a:endParaRPr/>
          </a:p>
          <a:p>
            <a:pPr indent="0" lvl="0" marL="135890" marR="132080" rtl="0" algn="l">
              <a:spcBef>
                <a:spcPts val="62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p:txBody>
      </p:sp>
      <p:sp>
        <p:nvSpPr>
          <p:cNvPr id="215" name="Google Shape;215;p7"/>
          <p:cNvSpPr txBox="1"/>
          <p:nvPr/>
        </p:nvSpPr>
        <p:spPr>
          <a:xfrm>
            <a:off x="5611794" y="3428998"/>
            <a:ext cx="1570739" cy="710451"/>
          </a:xfrm>
          <a:prstGeom prst="rect">
            <a:avLst/>
          </a:prstGeom>
          <a:noFill/>
          <a:ln cap="flat" cmpd="sng" w="28575">
            <a:solidFill>
              <a:srgbClr val="887855"/>
            </a:solidFill>
            <a:prstDash val="solid"/>
            <a:round/>
            <a:headEnd len="sm" w="sm" type="none"/>
            <a:tailEnd len="sm" w="sm" type="none"/>
          </a:ln>
          <a:effectLst>
            <a:outerShdw blurRad="25400">
              <a:srgbClr val="000000">
                <a:alpha val="45882"/>
              </a:srgbClr>
            </a:outerShdw>
          </a:effectLst>
        </p:spPr>
        <p:txBody>
          <a:bodyPr anchorCtr="0" anchor="t" bIns="0" lIns="0" spcFirstLastPara="1" rIns="0" wrap="square" tIns="2525">
            <a:spAutoFit/>
          </a:bodyPr>
          <a:lstStyle/>
          <a:p>
            <a:pPr indent="0" lvl="0" marL="135890" marR="132080" rtl="0" algn="l">
              <a:spcBef>
                <a:spcPts val="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a:p>
            <a:pPr indent="0" lvl="0" marL="135890" marR="132080" rtl="0" algn="l">
              <a:spcBef>
                <a:spcPts val="620"/>
              </a:spcBef>
              <a:spcAft>
                <a:spcPts val="0"/>
              </a:spcAft>
              <a:buClr>
                <a:schemeClr val="lt2"/>
              </a:buClr>
              <a:buSzPts val="840"/>
              <a:buFont typeface="Noto Sans Symbols"/>
              <a:buNone/>
            </a:pPr>
            <a:r>
              <a:rPr lang="en-US" sz="1200">
                <a:solidFill>
                  <a:schemeClr val="lt2"/>
                </a:solidFill>
                <a:latin typeface="Calibri"/>
                <a:ea typeface="Calibri"/>
                <a:cs typeface="Calibri"/>
                <a:sym typeface="Calibri"/>
              </a:rPr>
              <a:t>Read the Input Data                 </a:t>
            </a:r>
            <a:endParaRPr/>
          </a:p>
          <a:p>
            <a:pPr indent="0" lvl="0" marL="135890" marR="132080" rtl="0" algn="l">
              <a:spcBef>
                <a:spcPts val="62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p:txBody>
      </p:sp>
      <p:sp>
        <p:nvSpPr>
          <p:cNvPr id="216" name="Google Shape;216;p7"/>
          <p:cNvSpPr txBox="1"/>
          <p:nvPr/>
        </p:nvSpPr>
        <p:spPr>
          <a:xfrm>
            <a:off x="3786955" y="3428998"/>
            <a:ext cx="1570742" cy="741229"/>
          </a:xfrm>
          <a:prstGeom prst="rect">
            <a:avLst/>
          </a:prstGeom>
          <a:noFill/>
          <a:ln cap="flat" cmpd="sng" w="28575">
            <a:solidFill>
              <a:srgbClr val="887855"/>
            </a:solidFill>
            <a:prstDash val="solid"/>
            <a:round/>
            <a:headEnd len="sm" w="sm" type="none"/>
            <a:tailEnd len="sm" w="sm" type="none"/>
          </a:ln>
          <a:effectLst>
            <a:outerShdw blurRad="25400">
              <a:srgbClr val="000000">
                <a:alpha val="45882"/>
              </a:srgbClr>
            </a:outerShdw>
          </a:effectLst>
        </p:spPr>
        <p:txBody>
          <a:bodyPr anchorCtr="0" anchor="t" bIns="0" lIns="0" spcFirstLastPara="1" rIns="0" wrap="square" tIns="2525">
            <a:spAutoFit/>
          </a:bodyPr>
          <a:lstStyle/>
          <a:p>
            <a:pPr indent="0" lvl="0" marL="135890" marR="132080" rtl="0" algn="l">
              <a:spcBef>
                <a:spcPts val="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a:p>
            <a:pPr indent="0" lvl="0" marL="135890" marR="132080" rtl="0" algn="l">
              <a:spcBef>
                <a:spcPts val="620"/>
              </a:spcBef>
              <a:spcAft>
                <a:spcPts val="0"/>
              </a:spcAft>
              <a:buClr>
                <a:schemeClr val="lt2"/>
              </a:buClr>
              <a:buSzPts val="840"/>
              <a:buFont typeface="Noto Sans Symbols"/>
              <a:buNone/>
            </a:pPr>
            <a:r>
              <a:rPr lang="en-US" sz="1200">
                <a:solidFill>
                  <a:schemeClr val="lt2"/>
                </a:solidFill>
                <a:latin typeface="Calibri"/>
                <a:ea typeface="Calibri"/>
                <a:cs typeface="Calibri"/>
                <a:sym typeface="Calibri"/>
              </a:rPr>
              <a:t>  </a:t>
            </a:r>
            <a:r>
              <a:rPr lang="en-US" sz="1400">
                <a:solidFill>
                  <a:schemeClr val="lt2"/>
                </a:solidFill>
                <a:latin typeface="Calibri"/>
                <a:ea typeface="Calibri"/>
                <a:cs typeface="Calibri"/>
                <a:sym typeface="Calibri"/>
              </a:rPr>
              <a:t>Enable Rd or wr</a:t>
            </a:r>
            <a:endParaRPr sz="1400">
              <a:solidFill>
                <a:schemeClr val="lt2"/>
              </a:solidFill>
              <a:latin typeface="Calibri"/>
              <a:ea typeface="Calibri"/>
              <a:cs typeface="Calibri"/>
              <a:sym typeface="Calibri"/>
            </a:endParaRPr>
          </a:p>
          <a:p>
            <a:pPr indent="0" lvl="0" marL="135890" marR="132080" rtl="0" algn="l">
              <a:spcBef>
                <a:spcPts val="62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p:txBody>
      </p:sp>
      <p:sp>
        <p:nvSpPr>
          <p:cNvPr id="217" name="Google Shape;217;p7"/>
          <p:cNvSpPr txBox="1"/>
          <p:nvPr/>
        </p:nvSpPr>
        <p:spPr>
          <a:xfrm>
            <a:off x="1866976" y="3421904"/>
            <a:ext cx="1742485" cy="741229"/>
          </a:xfrm>
          <a:prstGeom prst="rect">
            <a:avLst/>
          </a:prstGeom>
          <a:noFill/>
          <a:ln cap="flat" cmpd="sng" w="28575">
            <a:solidFill>
              <a:srgbClr val="887855"/>
            </a:solidFill>
            <a:prstDash val="solid"/>
            <a:round/>
            <a:headEnd len="sm" w="sm" type="none"/>
            <a:tailEnd len="sm" w="sm" type="none"/>
          </a:ln>
          <a:effectLst>
            <a:outerShdw blurRad="25400">
              <a:srgbClr val="000000">
                <a:alpha val="45882"/>
              </a:srgbClr>
            </a:outerShdw>
          </a:effectLst>
        </p:spPr>
        <p:txBody>
          <a:bodyPr anchorCtr="0" anchor="t" bIns="0" lIns="0" spcFirstLastPara="1" rIns="0" wrap="square" tIns="2525">
            <a:spAutoFit/>
          </a:bodyPr>
          <a:lstStyle/>
          <a:p>
            <a:pPr indent="0" lvl="0" marL="135890" marR="132080" rtl="0" algn="l">
              <a:spcBef>
                <a:spcPts val="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a:p>
            <a:pPr indent="0" lvl="0" marL="135890" marR="132080" rtl="0" algn="l">
              <a:spcBef>
                <a:spcPts val="620"/>
              </a:spcBef>
              <a:spcAft>
                <a:spcPts val="0"/>
              </a:spcAft>
              <a:buClr>
                <a:schemeClr val="lt2"/>
              </a:buClr>
              <a:buSzPts val="840"/>
              <a:buFont typeface="Noto Sans Symbols"/>
              <a:buNone/>
            </a:pPr>
            <a:r>
              <a:rPr lang="en-US" sz="1200">
                <a:solidFill>
                  <a:schemeClr val="lt2"/>
                </a:solidFill>
                <a:latin typeface="Calibri"/>
                <a:ea typeface="Calibri"/>
                <a:cs typeface="Calibri"/>
                <a:sym typeface="Calibri"/>
              </a:rPr>
              <a:t>  </a:t>
            </a:r>
            <a:r>
              <a:rPr lang="en-US" sz="1400">
                <a:solidFill>
                  <a:schemeClr val="lt2"/>
                </a:solidFill>
                <a:latin typeface="Calibri"/>
                <a:ea typeface="Calibri"/>
                <a:cs typeface="Calibri"/>
                <a:sym typeface="Calibri"/>
              </a:rPr>
              <a:t>Next step Decision</a:t>
            </a:r>
            <a:endParaRPr/>
          </a:p>
          <a:p>
            <a:pPr indent="0" lvl="0" marL="135890" marR="132080" rtl="0" algn="l">
              <a:spcBef>
                <a:spcPts val="62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p:txBody>
      </p:sp>
      <p:sp>
        <p:nvSpPr>
          <p:cNvPr id="218" name="Google Shape;218;p7"/>
          <p:cNvSpPr txBox="1"/>
          <p:nvPr/>
        </p:nvSpPr>
        <p:spPr>
          <a:xfrm>
            <a:off x="124413" y="3428996"/>
            <a:ext cx="1570742" cy="741229"/>
          </a:xfrm>
          <a:prstGeom prst="rect">
            <a:avLst/>
          </a:prstGeom>
          <a:noFill/>
          <a:ln cap="flat" cmpd="sng" w="28575">
            <a:solidFill>
              <a:srgbClr val="887855"/>
            </a:solidFill>
            <a:prstDash val="solid"/>
            <a:round/>
            <a:headEnd len="sm" w="sm" type="none"/>
            <a:tailEnd len="sm" w="sm" type="none"/>
          </a:ln>
          <a:effectLst>
            <a:outerShdw blurRad="25400">
              <a:srgbClr val="000000">
                <a:alpha val="45882"/>
              </a:srgbClr>
            </a:outerShdw>
          </a:effectLst>
        </p:spPr>
        <p:txBody>
          <a:bodyPr anchorCtr="0" anchor="t" bIns="0" lIns="0" spcFirstLastPara="1" rIns="0" wrap="square" tIns="2525">
            <a:spAutoFit/>
          </a:bodyPr>
          <a:lstStyle/>
          <a:p>
            <a:pPr indent="0" lvl="0" marL="135890" marR="132080" rtl="0" algn="l">
              <a:spcBef>
                <a:spcPts val="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a:p>
            <a:pPr indent="0" lvl="0" marL="135890" marR="132080" rtl="0" algn="l">
              <a:spcBef>
                <a:spcPts val="620"/>
              </a:spcBef>
              <a:spcAft>
                <a:spcPts val="0"/>
              </a:spcAft>
              <a:buClr>
                <a:schemeClr val="lt2"/>
              </a:buClr>
              <a:buSzPts val="840"/>
              <a:buFont typeface="Noto Sans Symbols"/>
              <a:buNone/>
            </a:pPr>
            <a:r>
              <a:rPr lang="en-US" sz="1200">
                <a:solidFill>
                  <a:schemeClr val="lt2"/>
                </a:solidFill>
                <a:latin typeface="Calibri"/>
                <a:ea typeface="Calibri"/>
                <a:cs typeface="Calibri"/>
                <a:sym typeface="Calibri"/>
              </a:rPr>
              <a:t>  </a:t>
            </a:r>
            <a:r>
              <a:rPr lang="en-US" sz="1400">
                <a:solidFill>
                  <a:schemeClr val="lt2"/>
                </a:solidFill>
                <a:latin typeface="Calibri"/>
                <a:ea typeface="Calibri"/>
                <a:cs typeface="Calibri"/>
                <a:sym typeface="Calibri"/>
              </a:rPr>
              <a:t>State machine </a:t>
            </a:r>
            <a:endParaRPr/>
          </a:p>
          <a:p>
            <a:pPr indent="0" lvl="0" marL="135890" marR="132080" rtl="0" algn="l">
              <a:spcBef>
                <a:spcPts val="620"/>
              </a:spcBef>
              <a:spcAft>
                <a:spcPts val="0"/>
              </a:spcAft>
              <a:buClr>
                <a:schemeClr val="lt2"/>
              </a:buClr>
              <a:buSzPts val="840"/>
              <a:buFont typeface="Noto Sans Symbols"/>
              <a:buNone/>
            </a:pPr>
            <a:r>
              <a:t/>
            </a:r>
            <a:endParaRPr sz="1200">
              <a:solidFill>
                <a:schemeClr val="lt2"/>
              </a:solidFill>
              <a:latin typeface="Calibri"/>
              <a:ea typeface="Calibri"/>
              <a:cs typeface="Calibri"/>
              <a:sym typeface="Calibri"/>
            </a:endParaRPr>
          </a:p>
        </p:txBody>
      </p:sp>
      <p:cxnSp>
        <p:nvCxnSpPr>
          <p:cNvPr id="219" name="Google Shape;219;p7"/>
          <p:cNvCxnSpPr/>
          <p:nvPr/>
        </p:nvCxnSpPr>
        <p:spPr>
          <a:xfrm>
            <a:off x="5274690" y="2404891"/>
            <a:ext cx="2826600" cy="1019400"/>
          </a:xfrm>
          <a:prstGeom prst="bentConnector3">
            <a:avLst>
              <a:gd fmla="val 100025" name="adj1"/>
            </a:avLst>
          </a:prstGeom>
          <a:noFill/>
          <a:ln cap="rnd" cmpd="sng" w="9525">
            <a:solidFill>
              <a:srgbClr val="B34119"/>
            </a:solidFill>
            <a:prstDash val="solid"/>
            <a:round/>
            <a:headEnd len="sm" w="sm" type="none"/>
            <a:tailEnd len="med" w="med" type="triangle"/>
          </a:ln>
        </p:spPr>
      </p:cxnSp>
      <p:cxnSp>
        <p:nvCxnSpPr>
          <p:cNvPr id="220" name="Google Shape;220;p7"/>
          <p:cNvCxnSpPr/>
          <p:nvPr/>
        </p:nvCxnSpPr>
        <p:spPr>
          <a:xfrm rot="5400000">
            <a:off x="886849" y="2438411"/>
            <a:ext cx="1014600" cy="957000"/>
          </a:xfrm>
          <a:prstGeom prst="bentConnector2">
            <a:avLst/>
          </a:prstGeom>
          <a:noFill/>
          <a:ln cap="rnd" cmpd="sng" w="9525">
            <a:solidFill>
              <a:srgbClr val="B34119"/>
            </a:solidFill>
            <a:prstDash val="solid"/>
            <a:round/>
            <a:headEnd len="sm" w="sm" type="none"/>
            <a:tailEnd len="med" w="med" type="triangle"/>
          </a:ln>
        </p:spPr>
      </p:cxnSp>
      <p:cxnSp>
        <p:nvCxnSpPr>
          <p:cNvPr id="221" name="Google Shape;221;p7"/>
          <p:cNvCxnSpPr>
            <a:stCxn id="213" idx="2"/>
          </p:cNvCxnSpPr>
          <p:nvPr/>
        </p:nvCxnSpPr>
        <p:spPr>
          <a:xfrm>
            <a:off x="4489319" y="2780226"/>
            <a:ext cx="0" cy="726600"/>
          </a:xfrm>
          <a:prstGeom prst="straightConnector1">
            <a:avLst/>
          </a:prstGeom>
          <a:noFill/>
          <a:ln cap="rnd" cmpd="sng" w="9525">
            <a:solidFill>
              <a:srgbClr val="B34119"/>
            </a:solidFill>
            <a:prstDash val="solid"/>
            <a:round/>
            <a:headEnd len="sm" w="sm" type="none"/>
            <a:tailEnd len="med" w="med" type="triangle"/>
          </a:ln>
        </p:spPr>
      </p:cxnSp>
      <p:cxnSp>
        <p:nvCxnSpPr>
          <p:cNvPr id="222" name="Google Shape;222;p7"/>
          <p:cNvCxnSpPr>
            <a:stCxn id="213" idx="1"/>
          </p:cNvCxnSpPr>
          <p:nvPr/>
        </p:nvCxnSpPr>
        <p:spPr>
          <a:xfrm rot="10800000">
            <a:off x="1781548" y="2409612"/>
            <a:ext cx="1922400" cy="0"/>
          </a:xfrm>
          <a:prstGeom prst="straightConnector1">
            <a:avLst/>
          </a:prstGeom>
          <a:noFill/>
          <a:ln cap="rnd" cmpd="sng" w="9525">
            <a:solidFill>
              <a:srgbClr val="B34119"/>
            </a:solidFill>
            <a:prstDash val="solid"/>
            <a:round/>
            <a:headEnd len="sm" w="sm" type="none"/>
            <a:tailEnd len="sm" w="sm" type="none"/>
          </a:ln>
        </p:spPr>
      </p:cxnSp>
      <p:cxnSp>
        <p:nvCxnSpPr>
          <p:cNvPr id="223" name="Google Shape;223;p7"/>
          <p:cNvCxnSpPr>
            <a:endCxn id="217" idx="0"/>
          </p:cNvCxnSpPr>
          <p:nvPr/>
        </p:nvCxnSpPr>
        <p:spPr>
          <a:xfrm flipH="1" rot="-5400000">
            <a:off x="2185919" y="2869604"/>
            <a:ext cx="1014600" cy="90000"/>
          </a:xfrm>
          <a:prstGeom prst="bentConnector3">
            <a:avLst>
              <a:gd fmla="val 50000" name="adj1"/>
            </a:avLst>
          </a:prstGeom>
          <a:noFill/>
          <a:ln cap="rnd" cmpd="sng" w="9525">
            <a:solidFill>
              <a:srgbClr val="B34119"/>
            </a:solidFill>
            <a:prstDash val="solid"/>
            <a:round/>
            <a:headEnd len="sm" w="sm" type="none"/>
            <a:tailEnd len="med" w="med" type="triangle"/>
          </a:ln>
        </p:spPr>
      </p:cxnSp>
      <p:cxnSp>
        <p:nvCxnSpPr>
          <p:cNvPr id="224" name="Google Shape;224;p7"/>
          <p:cNvCxnSpPr/>
          <p:nvPr/>
        </p:nvCxnSpPr>
        <p:spPr>
          <a:xfrm>
            <a:off x="6287678" y="2409612"/>
            <a:ext cx="0" cy="1014665"/>
          </a:xfrm>
          <a:prstGeom prst="straightConnector1">
            <a:avLst/>
          </a:prstGeom>
          <a:noFill/>
          <a:ln cap="rnd" cmpd="sng" w="9525">
            <a:solidFill>
              <a:srgbClr val="B34119"/>
            </a:solidFill>
            <a:prstDash val="solid"/>
            <a:round/>
            <a:headEnd len="sm" w="sm" type="none"/>
            <a:tailEnd len="med" w="med" type="triangle"/>
          </a:ln>
        </p:spPr>
      </p:cxnSp>
      <p:sp>
        <p:nvSpPr>
          <p:cNvPr id="225" name="Google Shape;225;p7"/>
          <p:cNvSpPr txBox="1"/>
          <p:nvPr/>
        </p:nvSpPr>
        <p:spPr>
          <a:xfrm>
            <a:off x="354900" y="4773603"/>
            <a:ext cx="1039192"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Lustria"/>
                <a:ea typeface="Lustria"/>
                <a:cs typeface="Lustria"/>
                <a:sym typeface="Lustria"/>
              </a:rPr>
              <a:t>To set the state in state machine block idle and next state based on clk and reset.</a:t>
            </a:r>
            <a:endParaRPr/>
          </a:p>
        </p:txBody>
      </p:sp>
      <p:sp>
        <p:nvSpPr>
          <p:cNvPr id="226" name="Google Shape;226;p7"/>
          <p:cNvSpPr txBox="1"/>
          <p:nvPr/>
        </p:nvSpPr>
        <p:spPr>
          <a:xfrm>
            <a:off x="2243578" y="4773603"/>
            <a:ext cx="99088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Lustria"/>
                <a:ea typeface="Lustria"/>
                <a:cs typeface="Lustria"/>
                <a:sym typeface="Lustria"/>
              </a:rPr>
              <a:t>In the block whether  it has to read state  or idle based on state ,rx,rxen and rxdone.</a:t>
            </a:r>
            <a:endParaRPr/>
          </a:p>
        </p:txBody>
      </p:sp>
      <p:sp>
        <p:nvSpPr>
          <p:cNvPr id="227" name="Google Shape;227;p7"/>
          <p:cNvSpPr txBox="1"/>
          <p:nvPr/>
        </p:nvSpPr>
        <p:spPr>
          <a:xfrm>
            <a:off x="3902697" y="4949072"/>
            <a:ext cx="1371993"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Lustria"/>
                <a:ea typeface="Lustria"/>
                <a:cs typeface="Lustria"/>
                <a:sym typeface="Lustria"/>
              </a:rPr>
              <a:t>In this block whether it has to read or not based on State and rxdone.</a:t>
            </a:r>
            <a:endParaRPr/>
          </a:p>
        </p:txBody>
      </p:sp>
      <p:sp>
        <p:nvSpPr>
          <p:cNvPr id="228" name="Google Shape;228;p7"/>
          <p:cNvSpPr txBox="1"/>
          <p:nvPr/>
        </p:nvSpPr>
        <p:spPr>
          <a:xfrm>
            <a:off x="5920033" y="4949072"/>
            <a:ext cx="99088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Lustria"/>
                <a:ea typeface="Lustria"/>
                <a:cs typeface="Lustria"/>
                <a:sym typeface="Lustria"/>
              </a:rPr>
              <a:t>In this block the input data is read based on Posedge Tick pulses.</a:t>
            </a:r>
            <a:endParaRPr/>
          </a:p>
        </p:txBody>
      </p:sp>
      <p:sp>
        <p:nvSpPr>
          <p:cNvPr id="229" name="Google Shape;229;p7"/>
          <p:cNvSpPr txBox="1"/>
          <p:nvPr/>
        </p:nvSpPr>
        <p:spPr>
          <a:xfrm>
            <a:off x="7748833" y="5099901"/>
            <a:ext cx="1040267"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Lustria"/>
                <a:ea typeface="Lustria"/>
                <a:cs typeface="Lustria"/>
                <a:sym typeface="Lustria"/>
              </a:rPr>
              <a:t>In this block the output data is assigned  based on Posedge clock pulses.</a:t>
            </a:r>
            <a:endParaRPr/>
          </a:p>
        </p:txBody>
      </p:sp>
      <p:cxnSp>
        <p:nvCxnSpPr>
          <p:cNvPr id="230" name="Google Shape;230;p7"/>
          <p:cNvCxnSpPr/>
          <p:nvPr/>
        </p:nvCxnSpPr>
        <p:spPr>
          <a:xfrm flipH="1" rot="-5400000">
            <a:off x="67703" y="4385327"/>
            <a:ext cx="675300" cy="245100"/>
          </a:xfrm>
          <a:prstGeom prst="bentConnector3">
            <a:avLst>
              <a:gd fmla="val 50000" name="adj1"/>
            </a:avLst>
          </a:prstGeom>
          <a:noFill/>
          <a:ln cap="rnd" cmpd="sng" w="9525">
            <a:solidFill>
              <a:srgbClr val="B34119"/>
            </a:solidFill>
            <a:prstDash val="solid"/>
            <a:round/>
            <a:headEnd len="sm" w="sm" type="none"/>
            <a:tailEnd len="med" w="med" type="triangle"/>
          </a:ln>
        </p:spPr>
      </p:cxnSp>
      <p:cxnSp>
        <p:nvCxnSpPr>
          <p:cNvPr id="231" name="Google Shape;231;p7"/>
          <p:cNvCxnSpPr>
            <a:stCxn id="217" idx="2"/>
            <a:endCxn id="226" idx="0"/>
          </p:cNvCxnSpPr>
          <p:nvPr/>
        </p:nvCxnSpPr>
        <p:spPr>
          <a:xfrm>
            <a:off x="2738219" y="4163133"/>
            <a:ext cx="900" cy="610500"/>
          </a:xfrm>
          <a:prstGeom prst="straightConnector1">
            <a:avLst/>
          </a:prstGeom>
          <a:noFill/>
          <a:ln cap="rnd" cmpd="sng" w="9525">
            <a:solidFill>
              <a:srgbClr val="B34119"/>
            </a:solidFill>
            <a:prstDash val="solid"/>
            <a:round/>
            <a:headEnd len="sm" w="sm" type="none"/>
            <a:tailEnd len="med" w="med" type="triangle"/>
          </a:ln>
        </p:spPr>
      </p:cxnSp>
      <p:cxnSp>
        <p:nvCxnSpPr>
          <p:cNvPr id="232" name="Google Shape;232;p7"/>
          <p:cNvCxnSpPr/>
          <p:nvPr/>
        </p:nvCxnSpPr>
        <p:spPr>
          <a:xfrm>
            <a:off x="4374037" y="4170227"/>
            <a:ext cx="0" cy="778845"/>
          </a:xfrm>
          <a:prstGeom prst="straightConnector1">
            <a:avLst/>
          </a:prstGeom>
          <a:noFill/>
          <a:ln cap="rnd" cmpd="sng" w="9525">
            <a:solidFill>
              <a:srgbClr val="B34119"/>
            </a:solidFill>
            <a:prstDash val="solid"/>
            <a:round/>
            <a:headEnd len="sm" w="sm" type="none"/>
            <a:tailEnd len="med" w="med" type="triangle"/>
          </a:ln>
        </p:spPr>
      </p:cxnSp>
      <p:cxnSp>
        <p:nvCxnSpPr>
          <p:cNvPr id="233" name="Google Shape;233;p7"/>
          <p:cNvCxnSpPr/>
          <p:nvPr/>
        </p:nvCxnSpPr>
        <p:spPr>
          <a:xfrm flipH="1">
            <a:off x="6287678" y="4139449"/>
            <a:ext cx="11415" cy="809623"/>
          </a:xfrm>
          <a:prstGeom prst="straightConnector1">
            <a:avLst/>
          </a:prstGeom>
          <a:noFill/>
          <a:ln cap="rnd" cmpd="sng" w="9525">
            <a:solidFill>
              <a:srgbClr val="B34119"/>
            </a:solidFill>
            <a:prstDash val="solid"/>
            <a:round/>
            <a:headEnd len="sm" w="sm" type="none"/>
            <a:tailEnd len="med" w="med" type="triangle"/>
          </a:ln>
        </p:spPr>
      </p:cxnSp>
      <p:cxnSp>
        <p:nvCxnSpPr>
          <p:cNvPr id="234" name="Google Shape;234;p7"/>
          <p:cNvCxnSpPr/>
          <p:nvPr/>
        </p:nvCxnSpPr>
        <p:spPr>
          <a:xfrm>
            <a:off x="8101256" y="4163133"/>
            <a:ext cx="0" cy="851927"/>
          </a:xfrm>
          <a:prstGeom prst="straightConnector1">
            <a:avLst/>
          </a:prstGeom>
          <a:noFill/>
          <a:ln cap="rnd" cmpd="sng" w="9525">
            <a:solidFill>
              <a:srgbClr val="B34119"/>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8"/>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Output Block</a:t>
            </a:r>
            <a:endParaRPr/>
          </a:p>
        </p:txBody>
      </p:sp>
      <p:sp>
        <p:nvSpPr>
          <p:cNvPr id="240" name="Google Shape;240;p8"/>
          <p:cNvSpPr txBox="1"/>
          <p:nvPr>
            <p:ph idx="1" type="body"/>
          </p:nvPr>
        </p:nvSpPr>
        <p:spPr>
          <a:xfrm>
            <a:off x="685346" y="1732450"/>
            <a:ext cx="776532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0" lvl="0" marL="36900" rtl="0" algn="l">
              <a:spcBef>
                <a:spcPts val="0"/>
              </a:spcBef>
              <a:spcAft>
                <a:spcPts val="0"/>
              </a:spcAft>
              <a:buSzPts val="1260"/>
              <a:buNone/>
            </a:pPr>
            <a:r>
              <a:rPr lang="en-US" sz="1800"/>
              <a:t>Case({Rx_data})</a:t>
            </a:r>
            <a:endParaRPr/>
          </a:p>
          <a:p>
            <a:pPr indent="0" lvl="0" marL="36900" rtl="0" algn="l">
              <a:spcBef>
                <a:spcPts val="960"/>
              </a:spcBef>
              <a:spcAft>
                <a:spcPts val="0"/>
              </a:spcAft>
              <a:buSzPts val="1260"/>
              <a:buNone/>
            </a:pPr>
            <a:r>
              <a:rPr lang="en-US" sz="1800"/>
              <a:t>8’b0100:r_data&lt;=({m,n,n,n});   //Right                        m=High</a:t>
            </a:r>
            <a:endParaRPr/>
          </a:p>
          <a:p>
            <a:pPr indent="0" lvl="0" marL="36900" rtl="0" algn="l">
              <a:spcBef>
                <a:spcPts val="960"/>
              </a:spcBef>
              <a:spcAft>
                <a:spcPts val="0"/>
              </a:spcAft>
              <a:buSzPts val="1260"/>
              <a:buNone/>
            </a:pPr>
            <a:r>
              <a:rPr lang="en-US" sz="1800"/>
              <a:t>8’b0110:r_data&lt;=({n,n,m,n});  //Left                            n=Low</a:t>
            </a:r>
            <a:endParaRPr/>
          </a:p>
          <a:p>
            <a:pPr indent="0" lvl="0" marL="36900" rtl="0" algn="l">
              <a:spcBef>
                <a:spcPts val="960"/>
              </a:spcBef>
              <a:spcAft>
                <a:spcPts val="0"/>
              </a:spcAft>
              <a:buSzPts val="1260"/>
              <a:buNone/>
            </a:pPr>
            <a:r>
              <a:rPr lang="en-US" sz="1800"/>
              <a:t>8’b0010:r_data&lt;=({m,n,m,n}); //Front</a:t>
            </a:r>
            <a:endParaRPr/>
          </a:p>
          <a:p>
            <a:pPr indent="0" lvl="0" marL="36900" rtl="0" algn="l">
              <a:spcBef>
                <a:spcPts val="960"/>
              </a:spcBef>
              <a:spcAft>
                <a:spcPts val="0"/>
              </a:spcAft>
              <a:buSzPts val="1260"/>
              <a:buNone/>
            </a:pPr>
            <a:r>
              <a:rPr lang="en-US" sz="1800"/>
              <a:t>8’b0101:r_data&lt;=({m,n,n,m}); //Back</a:t>
            </a:r>
            <a:endParaRPr/>
          </a:p>
          <a:p>
            <a:pPr indent="0" lvl="0" marL="36900" rtl="0" algn="l">
              <a:spcBef>
                <a:spcPts val="960"/>
              </a:spcBef>
              <a:spcAft>
                <a:spcPts val="0"/>
              </a:spcAft>
              <a:buSzPts val="1260"/>
              <a:buNone/>
            </a:pPr>
            <a:r>
              <a:rPr lang="en-US" sz="1800"/>
              <a:t>8’b0001:r_data&lt;=({n,n,n,n});   //stop</a:t>
            </a:r>
            <a:endParaRPr/>
          </a:p>
          <a:p>
            <a:pPr indent="0" lvl="0" marL="36900" rtl="0" algn="l">
              <a:spcBef>
                <a:spcPts val="960"/>
              </a:spcBef>
              <a:spcAft>
                <a:spcPts val="0"/>
              </a:spcAft>
              <a:buSzPts val="1260"/>
              <a:buNone/>
            </a:pPr>
            <a:r>
              <a:rPr lang="en-US" sz="1800"/>
              <a:t>Default:8’b0100:r_data&lt;=({m,n,m,n}); </a:t>
            </a:r>
            <a:endParaRPr/>
          </a:p>
          <a:p>
            <a:pPr indent="0" lvl="0" marL="36900" rtl="0" algn="l">
              <a:spcBef>
                <a:spcPts val="960"/>
              </a:spcBef>
              <a:spcAft>
                <a:spcPts val="0"/>
              </a:spcAft>
              <a:buSzPts val="1260"/>
              <a:buNone/>
            </a:pPr>
            <a:r>
              <a:rPr lang="en-US" sz="1800"/>
              <a:t>                                                   //Front</a:t>
            </a:r>
            <a:endParaRPr/>
          </a:p>
          <a:p>
            <a:pPr indent="0" lvl="0" marL="36900" rtl="0" algn="l">
              <a:spcBef>
                <a:spcPts val="960"/>
              </a:spcBef>
              <a:spcAft>
                <a:spcPts val="0"/>
              </a:spcAft>
              <a:buSzPts val="1260"/>
              <a:buNone/>
            </a:pPr>
            <a:r>
              <a:t/>
            </a:r>
            <a:endParaRPr sz="1800"/>
          </a:p>
          <a:p>
            <a:pPr indent="0" lvl="0" marL="36900" rtl="0" algn="l">
              <a:spcBef>
                <a:spcPts val="960"/>
              </a:spcBef>
              <a:spcAft>
                <a:spcPts val="0"/>
              </a:spcAft>
              <a:buSzPts val="1260"/>
              <a:buNone/>
            </a:pPr>
            <a:r>
              <a:rPr lang="en-US" sz="1800"/>
              <a:t>endcase</a:t>
            </a:r>
            <a:endParaRPr sz="1800"/>
          </a:p>
          <a:p>
            <a:pPr indent="0" lvl="0" marL="36900" rtl="0" algn="l">
              <a:spcBef>
                <a:spcPts val="960"/>
              </a:spcBef>
              <a:spcAft>
                <a:spcPts val="0"/>
              </a:spcAft>
              <a:buSzPts val="1260"/>
              <a:buNone/>
            </a:pPr>
            <a:r>
              <a:t/>
            </a:r>
            <a:endParaRPr sz="1800"/>
          </a:p>
          <a:p>
            <a:pPr indent="-225989" lvl="0" marL="342900" rtl="0" algn="l">
              <a:spcBef>
                <a:spcPts val="960"/>
              </a:spcBef>
              <a:spcAft>
                <a:spcPts val="0"/>
              </a:spcAft>
              <a:buSzPts val="1260"/>
              <a:buNone/>
            </a:pPr>
            <a:r>
              <a:t/>
            </a:r>
            <a:endParaRPr sz="1800"/>
          </a:p>
          <a:p>
            <a:pPr indent="-225989" lvl="0" marL="342900" rtl="0" algn="l">
              <a:spcBef>
                <a:spcPts val="960"/>
              </a:spcBef>
              <a:spcAft>
                <a:spcPts val="0"/>
              </a:spcAft>
              <a:buSzPts val="1260"/>
              <a:buNone/>
            </a:pPr>
            <a:r>
              <a:t/>
            </a:r>
            <a:endParaRPr sz="1800"/>
          </a:p>
          <a:p>
            <a:pPr indent="-225989" lvl="0" marL="342900" rtl="0" algn="l">
              <a:spcBef>
                <a:spcPts val="960"/>
              </a:spcBef>
              <a:spcAft>
                <a:spcPts val="0"/>
              </a:spcAft>
              <a:buSzPts val="1260"/>
              <a:buNone/>
            </a:pPr>
            <a:r>
              <a:t/>
            </a:r>
            <a:endParaRPr sz="1800"/>
          </a:p>
        </p:txBody>
      </p:sp>
      <p:pic>
        <p:nvPicPr>
          <p:cNvPr id="241" name="Google Shape;241;p8"/>
          <p:cNvPicPr preferRelativeResize="0"/>
          <p:nvPr/>
        </p:nvPicPr>
        <p:blipFill rotWithShape="1">
          <a:blip r:embed="rId3">
            <a:alphaModFix/>
          </a:blip>
          <a:srcRect b="0" l="0" r="0" t="0"/>
          <a:stretch/>
        </p:blipFill>
        <p:spPr>
          <a:xfrm>
            <a:off x="5186144" y="3054899"/>
            <a:ext cx="3541978" cy="28887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9"/>
          <p:cNvSpPr txBox="1"/>
          <p:nvPr>
            <p:ph type="title"/>
          </p:nvPr>
        </p:nvSpPr>
        <p:spPr>
          <a:xfrm>
            <a:off x="685346" y="609600"/>
            <a:ext cx="776532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Mobile app</a:t>
            </a:r>
            <a:endParaRPr/>
          </a:p>
        </p:txBody>
      </p:sp>
      <p:sp>
        <p:nvSpPr>
          <p:cNvPr id="247" name="Google Shape;247;p9"/>
          <p:cNvSpPr txBox="1"/>
          <p:nvPr>
            <p:ph idx="1" type="body"/>
          </p:nvPr>
        </p:nvSpPr>
        <p:spPr>
          <a:xfrm>
            <a:off x="685346" y="1732450"/>
            <a:ext cx="776532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In normal we see the apps for Bluetooth control car in that apps we have only directions like left,right,front,back.</a:t>
            </a:r>
            <a:endParaRPr/>
          </a:p>
          <a:p>
            <a:pPr indent="-306000" lvl="0" marL="342900" rtl="0" algn="l">
              <a:spcBef>
                <a:spcPts val="1000"/>
              </a:spcBef>
              <a:spcAft>
                <a:spcPts val="0"/>
              </a:spcAft>
              <a:buSzPts val="1400"/>
              <a:buChar char="◈"/>
            </a:pPr>
            <a:r>
              <a:rPr lang="en-US"/>
              <a:t>But we designed a app that will send the bits to the Bluetooth directly we give the value to Bluetooth by using this app.</a:t>
            </a:r>
            <a:endParaRPr/>
          </a:p>
          <a:p>
            <a:pPr indent="-306000" lvl="0" marL="342900" rtl="0" algn="l">
              <a:spcBef>
                <a:spcPts val="1000"/>
              </a:spcBef>
              <a:spcAft>
                <a:spcPts val="0"/>
              </a:spcAft>
              <a:buSzPts val="1400"/>
              <a:buChar char="◈"/>
            </a:pPr>
            <a:r>
              <a:rPr lang="en-US"/>
              <a:t>We make this app by using the MIT app</a:t>
            </a:r>
            <a:endParaRPr/>
          </a:p>
          <a:p>
            <a:pPr indent="0" lvl="0" marL="36900" rtl="0" algn="l">
              <a:spcBef>
                <a:spcPts val="1000"/>
              </a:spcBef>
              <a:spcAft>
                <a:spcPts val="0"/>
              </a:spcAft>
              <a:buSzPts val="1400"/>
              <a:buNone/>
            </a:pPr>
            <a:r>
              <a:rPr lang="en-US"/>
              <a:t>      inventor.</a:t>
            </a:r>
            <a:endParaRPr/>
          </a:p>
          <a:p>
            <a:pPr indent="-217100" lvl="0" marL="342900" rtl="0" algn="l">
              <a:spcBef>
                <a:spcPts val="1000"/>
              </a:spcBef>
              <a:spcAft>
                <a:spcPts val="0"/>
              </a:spcAft>
              <a:buSzPts val="1400"/>
              <a:buNone/>
            </a:pPr>
            <a:r>
              <a:t/>
            </a:r>
            <a:endParaRPr/>
          </a:p>
          <a:p>
            <a:pPr indent="-217100" lvl="0" marL="342900" rtl="0" algn="l">
              <a:spcBef>
                <a:spcPts val="1000"/>
              </a:spcBef>
              <a:spcAft>
                <a:spcPts val="0"/>
              </a:spcAft>
              <a:buSzPts val="1400"/>
              <a:buNone/>
            </a:pPr>
            <a:r>
              <a:t/>
            </a:r>
            <a:endParaRPr/>
          </a:p>
        </p:txBody>
      </p:sp>
      <p:pic>
        <p:nvPicPr>
          <p:cNvPr id="248" name="Google Shape;248;p9"/>
          <p:cNvPicPr preferRelativeResize="0"/>
          <p:nvPr/>
        </p:nvPicPr>
        <p:blipFill rotWithShape="1">
          <a:blip r:embed="rId3">
            <a:alphaModFix/>
          </a:blip>
          <a:srcRect b="0" l="0" r="0" t="0"/>
          <a:stretch/>
        </p:blipFill>
        <p:spPr>
          <a:xfrm>
            <a:off x="5936486" y="3625446"/>
            <a:ext cx="2733774" cy="29958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000000"/>
      </a:dk1>
      <a:lt1>
        <a:srgbClr val="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2016-09-27T16:47:44Z</dcterms:created>
  <dc:creator>pyzhang</dc:creator>
</cp:coreProperties>
</file>